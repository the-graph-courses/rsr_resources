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1" r:id="rId4"/>
    <p:sldId id="282" r:id="rId5"/>
    <p:sldId id="295" r:id="rId6"/>
    <p:sldId id="314" r:id="rId7"/>
    <p:sldId id="288" r:id="rId8"/>
    <p:sldId id="313" r:id="rId9"/>
    <p:sldId id="301" r:id="rId10"/>
    <p:sldId id="293" r:id="rId11"/>
    <p:sldId id="306" r:id="rId12"/>
    <p:sldId id="297" r:id="rId13"/>
    <p:sldId id="307" r:id="rId14"/>
    <p:sldId id="305" r:id="rId15"/>
    <p:sldId id="273" r:id="rId16"/>
    <p:sldId id="275" r:id="rId17"/>
    <p:sldId id="276" r:id="rId18"/>
    <p:sldId id="312" r:id="rId19"/>
    <p:sldId id="30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EB8"/>
    <a:srgbClr val="203864"/>
    <a:srgbClr val="D4191C"/>
    <a:srgbClr val="E7AC10"/>
    <a:srgbClr val="D19C0B"/>
    <a:srgbClr val="DAA403"/>
    <a:srgbClr val="3F70CB"/>
    <a:srgbClr val="FF7F00"/>
    <a:srgbClr val="A75628"/>
    <a:srgbClr val="2D6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12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39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DE95F-BE40-0CD0-9D25-14246555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4BD38-3332-0EFF-B1AD-5BA88C6F5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4433A-3DBA-27A3-EE7B-8251C9C59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15F31-A265-494C-05C0-54EA472FB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2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D1E0-DF05-795B-B6EE-AB279AA7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61F85-1D76-EB9D-14A2-74DF3C60F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58B74-F5B1-C19F-0FBC-0A7B09606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C6F16-EAE5-58AC-526E-4F5765848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50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CE60-E735-8335-FEF0-9AED99DE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4F7DB-9C79-FA96-0857-6ADF81ED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3FBBF-7FF3-353F-EDA4-D4E7ADE7D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FBF4A-7CB7-CB28-43CB-8F6E55E99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4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0999-DC42-20C4-E089-D5D95F45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C7BCC-12B1-53DC-10AE-41E208E14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4A78A-40DC-234C-71CA-4849752DA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4DC18-B3A7-0BD9-AB6C-02DEA8682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14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E328-CC29-9021-F08D-F3D0EA90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3EFE6-F10B-3213-4385-C56C0293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C2B66-A6D7-F742-E647-7A4344B40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3C5CF-23DE-0957-F8A9-8A859DC87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9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E154-09DD-2E6D-D6C3-B3EF28C0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F10FD-1ECB-4C7F-CAC4-363AFC754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B8710-272E-4ED0-0428-8DBEE5011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F28C-577B-D00D-D69C-4DAE51C62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4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0F24D-8DE8-72C5-77B1-02958A92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3A6A3-C174-35B7-4ED9-64549D33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C7D2E-8E2B-459D-9F4B-04D151637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4A585-EDF7-4BCD-58C0-6B2A8BA9E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F75C-9627-44FF-4CCD-0999A459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ED532-DF84-73BF-73A9-C8B5A4A9E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A067E-F8AF-DE50-B7F2-D1439F831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31D2-92F6-CCD3-789A-85E3A01EC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01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1A62-B07F-BFF3-7E7A-D8F89C42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25A06-8A27-7C85-DDF6-09A242FEF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7A2C8-2FFA-D62B-996D-769D49F9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F4BBE-8A41-1EDE-F2DB-BB15027DF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76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89F9-8954-74C7-178C-7A280317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0BEE6-C083-B337-32AC-D17FD3C5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5CD2-A8A4-F7B0-2132-95D21BBE1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454C0-7218-CC2E-0087-AEF7306EB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7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6B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Residuals &amp; Residual Standard Error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8D3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the top of R's  summary()  output for a linear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731520" cy="54864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>
                <a:solidFill>
                  <a:srgbClr val="BFD8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VERSION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6029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residual is the vertical distance from an observed point to the fitted line:  y − 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9357" y="252163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Min, 1Q, Median, 3Q, Max of the residuals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9356" y="3008614"/>
            <a:ext cx="54617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9356" y="3420094"/>
            <a:ext cx="696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Square residuals, average over (n − 2), take the square root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AEAA-822D-B781-542C-3E85DD2B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465A29-5D7E-5CE4-2EE1-EBC4905B50E4}"/>
              </a:ext>
            </a:extLst>
          </p:cNvPr>
          <p:cNvSpPr/>
          <p:nvPr/>
        </p:nvSpPr>
        <p:spPr>
          <a:xfrm>
            <a:off x="290608" y="751686"/>
            <a:ext cx="4694788" cy="5801403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E6DB414-0DC9-CF10-52C4-E41A0573B834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BA3F84-A962-0FA1-BDD3-E99D4C937F2D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0296BAD-3730-AA31-5DD2-5398D2555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56" y="233727"/>
            <a:ext cx="1275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2E6B75"/>
                </a:solidFill>
                <a:latin typeface="Montserrat"/>
              </a:rPr>
              <a:t>Recap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3F9C4-5CFA-110F-199A-C21309F743B3}"/>
              </a:ext>
            </a:extLst>
          </p:cNvPr>
          <p:cNvSpPr txBox="1"/>
          <p:nvPr/>
        </p:nvSpPr>
        <p:spPr>
          <a:xfrm>
            <a:off x="378651" y="828099"/>
            <a:ext cx="458375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pacman::p_load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(tidyverse, </a:t>
            </a:r>
            <a:r>
              <a:rPr lang="en-US" sz="1400" dirty="0" err="1">
                <a:solidFill>
                  <a:srgbClr val="2E3640"/>
                </a:solidFill>
                <a:latin typeface="Consolas"/>
                <a:cs typeface="Consolas"/>
              </a:rPr>
              <a:t>openintro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Prep data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preemie_data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&lt;-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</a:t>
            </a:r>
            <a:r>
              <a:rPr lang="en-US" sz="1400" dirty="0" err="1">
                <a:solidFill>
                  <a:srgbClr val="2E3640"/>
                </a:solidFill>
                <a:latin typeface="Consolas"/>
                <a:cs typeface="Consolas"/>
              </a:rPr>
              <a:t>openintro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::births14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filter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(premie == </a:t>
            </a:r>
            <a:r>
              <a:rPr lang="en-US" sz="1400" dirty="0">
                <a:solidFill>
                  <a:srgbClr val="C05020"/>
                </a:solidFill>
                <a:latin typeface="Consolas"/>
                <a:cs typeface="Consolas"/>
              </a:rPr>
              <a:t>"premie"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mutate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(weight_kg = weight * 0.453592)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slice_tail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(n = 8)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%&gt;%</a:t>
            </a:r>
          </a:p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  select(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weeks, weight_kg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)</a:t>
            </a:r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Fit model</a:t>
            </a:r>
          </a:p>
          <a:p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model </a:t>
            </a:r>
            <a:r>
              <a:rPr lang="en-US" sz="1400" dirty="0">
                <a:solidFill>
                  <a:srgbClr val="2B6CB0"/>
                </a:solidFill>
                <a:latin typeface="Consolas"/>
                <a:cs typeface="Consolas"/>
              </a:rPr>
              <a:t>&lt;-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 </a:t>
            </a:r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lm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(weight_kg ~ weeks, data = preemie_data)</a:t>
            </a: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r>
              <a:rPr lang="en-US" sz="1400" dirty="0">
                <a:solidFill>
                  <a:srgbClr val="2C8B2C"/>
                </a:solidFill>
                <a:latin typeface="Consolas"/>
                <a:cs typeface="Consolas"/>
              </a:rPr>
              <a:t># View results</a:t>
            </a:r>
          </a:p>
          <a:p>
            <a:r>
              <a:rPr lang="en-US" sz="1400" dirty="0">
                <a:solidFill>
                  <a:srgbClr val="7B3FA0"/>
                </a:solidFill>
                <a:latin typeface="Consolas"/>
                <a:cs typeface="Consolas"/>
              </a:rPr>
              <a:t>summary</a:t>
            </a:r>
            <a:r>
              <a:rPr lang="en-US" sz="1400" dirty="0">
                <a:solidFill>
                  <a:srgbClr val="2E3640"/>
                </a:solidFill>
                <a:latin typeface="Consolas"/>
                <a:cs typeface="Consolas"/>
              </a:rPr>
              <a:t>(model)</a:t>
            </a: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  <a:p>
            <a:endParaRPr lang="en-US" sz="1400" dirty="0">
              <a:solidFill>
                <a:srgbClr val="2E3640"/>
              </a:solidFill>
              <a:latin typeface="Consolas"/>
              <a:cs typeface="Consolas"/>
            </a:endParaRPr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A13150-E8BB-2D92-42AA-F0C2FC6C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79" b="578"/>
          <a:stretch>
            <a:fillRect/>
          </a:stretch>
        </p:blipFill>
        <p:spPr>
          <a:xfrm>
            <a:off x="6704122" y="233727"/>
            <a:ext cx="4726057" cy="3045577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3F15C58-E17F-1E97-F7AB-916EDB4B33BE}"/>
              </a:ext>
            </a:extLst>
          </p:cNvPr>
          <p:cNvGrpSpPr/>
          <p:nvPr/>
        </p:nvGrpSpPr>
        <p:grpSpPr>
          <a:xfrm>
            <a:off x="1282313" y="3936619"/>
            <a:ext cx="2465309" cy="2345500"/>
            <a:chOff x="1282313" y="3936619"/>
            <a:chExt cx="2465309" cy="2345500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8D0F6D5-8970-73BE-17B4-91C4D891FA10}"/>
                </a:ext>
              </a:extLst>
            </p:cNvPr>
            <p:cNvGrpSpPr/>
            <p:nvPr/>
          </p:nvGrpSpPr>
          <p:grpSpPr>
            <a:xfrm>
              <a:off x="1282313" y="3936619"/>
              <a:ext cx="2354995" cy="2345500"/>
              <a:chOff x="923384" y="2997906"/>
              <a:chExt cx="5394960" cy="3483864"/>
            </a:xfrm>
          </p:grpSpPr>
          <p:sp>
            <p:nvSpPr>
              <p:cNvPr id="133" name="Shape 67">
                <a:extLst>
                  <a:ext uri="{FF2B5EF4-FFF2-40B4-BE49-F238E27FC236}">
                    <a16:creationId xmlns:a16="http://schemas.microsoft.com/office/drawing/2014/main" id="{587E445F-A974-A69C-B4EE-8DC4977CF9B1}"/>
                  </a:ext>
                </a:extLst>
              </p:cNvPr>
              <p:cNvSpPr/>
              <p:nvPr/>
            </p:nvSpPr>
            <p:spPr>
              <a:xfrm>
                <a:off x="923384" y="2997906"/>
                <a:ext cx="5394960" cy="348386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E0E0E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" name="Shape 8">
                <a:extLst>
                  <a:ext uri="{FF2B5EF4-FFF2-40B4-BE49-F238E27FC236}">
                    <a16:creationId xmlns:a16="http://schemas.microsoft.com/office/drawing/2014/main" id="{217C673E-5E9F-1A6D-9ADE-FB69B448C004}"/>
                  </a:ext>
                </a:extLst>
              </p:cNvPr>
              <p:cNvSpPr/>
              <p:nvPr/>
            </p:nvSpPr>
            <p:spPr>
              <a:xfrm>
                <a:off x="923384" y="2997906"/>
                <a:ext cx="5394960" cy="411480"/>
              </a:xfrm>
              <a:prstGeom prst="rect">
                <a:avLst/>
              </a:prstGeom>
              <a:solidFill>
                <a:srgbClr val="2E6B75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6" name="Shape 15">
                <a:extLst>
                  <a:ext uri="{FF2B5EF4-FFF2-40B4-BE49-F238E27FC236}">
                    <a16:creationId xmlns:a16="http://schemas.microsoft.com/office/drawing/2014/main" id="{42AA30B0-0CAE-615A-0B60-037133CDC27A}"/>
                  </a:ext>
                </a:extLst>
              </p:cNvPr>
              <p:cNvSpPr/>
              <p:nvPr/>
            </p:nvSpPr>
            <p:spPr>
              <a:xfrm>
                <a:off x="923384" y="3409386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9" name="Shape 28">
                <a:extLst>
                  <a:ext uri="{FF2B5EF4-FFF2-40B4-BE49-F238E27FC236}">
                    <a16:creationId xmlns:a16="http://schemas.microsoft.com/office/drawing/2014/main" id="{0399E882-0EF6-EB34-90A0-B7795C1897F7}"/>
                  </a:ext>
                </a:extLst>
              </p:cNvPr>
              <p:cNvSpPr/>
              <p:nvPr/>
            </p:nvSpPr>
            <p:spPr>
              <a:xfrm>
                <a:off x="923384" y="4177482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2" name="Shape 41">
                <a:extLst>
                  <a:ext uri="{FF2B5EF4-FFF2-40B4-BE49-F238E27FC236}">
                    <a16:creationId xmlns:a16="http://schemas.microsoft.com/office/drawing/2014/main" id="{2BDF1F7E-E987-3173-01FA-F09099800B4E}"/>
                  </a:ext>
                </a:extLst>
              </p:cNvPr>
              <p:cNvSpPr/>
              <p:nvPr/>
            </p:nvSpPr>
            <p:spPr>
              <a:xfrm>
                <a:off x="923384" y="4945578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0" name="Shape 54">
                <a:extLst>
                  <a:ext uri="{FF2B5EF4-FFF2-40B4-BE49-F238E27FC236}">
                    <a16:creationId xmlns:a16="http://schemas.microsoft.com/office/drawing/2014/main" id="{79073395-054E-A636-9E2D-225293D6B82C}"/>
                  </a:ext>
                </a:extLst>
              </p:cNvPr>
              <p:cNvSpPr/>
              <p:nvPr/>
            </p:nvSpPr>
            <p:spPr>
              <a:xfrm>
                <a:off x="923384" y="5713674"/>
                <a:ext cx="5394960" cy="384048"/>
              </a:xfrm>
              <a:prstGeom prst="rect">
                <a:avLst/>
              </a:prstGeom>
              <a:solidFill>
                <a:srgbClr val="FAFAFA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EFB0889C-6982-E0D6-8616-408028BD9DB7}"/>
                </a:ext>
              </a:extLst>
            </p:cNvPr>
            <p:cNvSpPr/>
            <p:nvPr/>
          </p:nvSpPr>
          <p:spPr>
            <a:xfrm>
              <a:off x="1655845" y="3936619"/>
              <a:ext cx="485591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#</a:t>
              </a:r>
              <a:endParaRPr lang="en-US" sz="1600" dirty="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B6D698C1-760D-2089-2046-2E6615EB79E2}"/>
                </a:ext>
              </a:extLst>
            </p:cNvPr>
            <p:cNvSpPr/>
            <p:nvPr/>
          </p:nvSpPr>
          <p:spPr>
            <a:xfrm>
              <a:off x="2141436" y="3936619"/>
              <a:ext cx="747063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weeks</a:t>
              </a:r>
              <a:endParaRPr lang="en-US" sz="1200" dirty="0"/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B4C18ECD-92E6-5319-9389-54D343962F0B}"/>
                </a:ext>
              </a:extLst>
            </p:cNvPr>
            <p:cNvSpPr/>
            <p:nvPr/>
          </p:nvSpPr>
          <p:spPr>
            <a:xfrm>
              <a:off x="2888499" y="3936619"/>
              <a:ext cx="859123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weight</a:t>
              </a:r>
              <a:endParaRPr lang="en-US" sz="1200" dirty="0"/>
            </a:p>
          </p:txBody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A85614FC-9BF2-15B4-4756-118F6227D590}"/>
                </a:ext>
              </a:extLst>
            </p:cNvPr>
            <p:cNvSpPr/>
            <p:nvPr/>
          </p:nvSpPr>
          <p:spPr>
            <a:xfrm>
              <a:off x="1655845" y="4213646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32E3443-B39E-DD39-F2B8-97B99B0BB7D7}"/>
                </a:ext>
              </a:extLst>
            </p:cNvPr>
            <p:cNvSpPr/>
            <p:nvPr/>
          </p:nvSpPr>
          <p:spPr>
            <a:xfrm>
              <a:off x="2141436" y="4213646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3E5D4F45-9389-FD7B-4BBE-81C69D60242B}"/>
                </a:ext>
              </a:extLst>
            </p:cNvPr>
            <p:cNvSpPr/>
            <p:nvPr/>
          </p:nvSpPr>
          <p:spPr>
            <a:xfrm>
              <a:off x="2888499" y="4213646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1.057</a:t>
              </a:r>
              <a:endParaRPr lang="en-US" sz="1400" dirty="0"/>
            </a:p>
          </p:txBody>
        </p:sp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EA763957-E84F-A0AC-FF2B-1AEAAAB9B647}"/>
                </a:ext>
              </a:extLst>
            </p:cNvPr>
            <p:cNvSpPr/>
            <p:nvPr/>
          </p:nvSpPr>
          <p:spPr>
            <a:xfrm>
              <a:off x="1655845" y="4472205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AA8410AD-154D-84C4-77D5-0551C8A4FA82}"/>
                </a:ext>
              </a:extLst>
            </p:cNvPr>
            <p:cNvSpPr/>
            <p:nvPr/>
          </p:nvSpPr>
          <p:spPr>
            <a:xfrm>
              <a:off x="2141436" y="4472205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36" name="Text 25">
              <a:extLst>
                <a:ext uri="{FF2B5EF4-FFF2-40B4-BE49-F238E27FC236}">
                  <a16:creationId xmlns:a16="http://schemas.microsoft.com/office/drawing/2014/main" id="{E7175727-854C-85F8-48D8-CA8BF6150179}"/>
                </a:ext>
              </a:extLst>
            </p:cNvPr>
            <p:cNvSpPr/>
            <p:nvPr/>
          </p:nvSpPr>
          <p:spPr>
            <a:xfrm>
              <a:off x="2888499" y="4472205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1.651</a:t>
              </a:r>
              <a:endParaRPr lang="en-US" sz="1400" dirty="0"/>
            </a:p>
          </p:txBody>
        </p:sp>
        <p:sp>
          <p:nvSpPr>
            <p:cNvPr id="41" name="Text 30">
              <a:extLst>
                <a:ext uri="{FF2B5EF4-FFF2-40B4-BE49-F238E27FC236}">
                  <a16:creationId xmlns:a16="http://schemas.microsoft.com/office/drawing/2014/main" id="{4C85859A-AAD3-F6D0-04F2-257395D6E1C8}"/>
                </a:ext>
              </a:extLst>
            </p:cNvPr>
            <p:cNvSpPr/>
            <p:nvPr/>
          </p:nvSpPr>
          <p:spPr>
            <a:xfrm>
              <a:off x="1655845" y="4730765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42" name="Text 31">
              <a:extLst>
                <a:ext uri="{FF2B5EF4-FFF2-40B4-BE49-F238E27FC236}">
                  <a16:creationId xmlns:a16="http://schemas.microsoft.com/office/drawing/2014/main" id="{7FF44595-AF25-9847-E4E4-7F96C9BA1A2D}"/>
                </a:ext>
              </a:extLst>
            </p:cNvPr>
            <p:cNvSpPr/>
            <p:nvPr/>
          </p:nvSpPr>
          <p:spPr>
            <a:xfrm>
              <a:off x="2141436" y="4730765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43" name="Text 32">
              <a:extLst>
                <a:ext uri="{FF2B5EF4-FFF2-40B4-BE49-F238E27FC236}">
                  <a16:creationId xmlns:a16="http://schemas.microsoft.com/office/drawing/2014/main" id="{581A8936-7936-6361-4DA5-6BFC0152E809}"/>
                </a:ext>
              </a:extLst>
            </p:cNvPr>
            <p:cNvSpPr/>
            <p:nvPr/>
          </p:nvSpPr>
          <p:spPr>
            <a:xfrm>
              <a:off x="2888499" y="4730765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2.177</a:t>
              </a:r>
              <a:endParaRPr lang="en-US" sz="1400" dirty="0"/>
            </a:p>
          </p:txBody>
        </p:sp>
        <p:sp>
          <p:nvSpPr>
            <p:cNvPr id="47" name="Text 36">
              <a:extLst>
                <a:ext uri="{FF2B5EF4-FFF2-40B4-BE49-F238E27FC236}">
                  <a16:creationId xmlns:a16="http://schemas.microsoft.com/office/drawing/2014/main" id="{94FD8129-5299-0820-5C0A-486938C7A2D6}"/>
                </a:ext>
              </a:extLst>
            </p:cNvPr>
            <p:cNvSpPr/>
            <p:nvPr/>
          </p:nvSpPr>
          <p:spPr>
            <a:xfrm>
              <a:off x="1655845" y="4989324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48" name="Text 37">
              <a:extLst>
                <a:ext uri="{FF2B5EF4-FFF2-40B4-BE49-F238E27FC236}">
                  <a16:creationId xmlns:a16="http://schemas.microsoft.com/office/drawing/2014/main" id="{31E7E7B5-E905-6B46-FE5A-D21F1F5B686D}"/>
                </a:ext>
              </a:extLst>
            </p:cNvPr>
            <p:cNvSpPr/>
            <p:nvPr/>
          </p:nvSpPr>
          <p:spPr>
            <a:xfrm>
              <a:off x="2141436" y="4989324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49" name="Text 38">
              <a:extLst>
                <a:ext uri="{FF2B5EF4-FFF2-40B4-BE49-F238E27FC236}">
                  <a16:creationId xmlns:a16="http://schemas.microsoft.com/office/drawing/2014/main" id="{DC139F67-0416-F4EA-3FE4-9216154B334C}"/>
                </a:ext>
              </a:extLst>
            </p:cNvPr>
            <p:cNvSpPr/>
            <p:nvPr/>
          </p:nvSpPr>
          <p:spPr>
            <a:xfrm>
              <a:off x="2888499" y="4989324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3.062</a:t>
              </a:r>
              <a:endParaRPr lang="en-US" sz="1400" dirty="0"/>
            </a:p>
          </p:txBody>
        </p:sp>
        <p:sp>
          <p:nvSpPr>
            <p:cNvPr id="54" name="Text 43">
              <a:extLst>
                <a:ext uri="{FF2B5EF4-FFF2-40B4-BE49-F238E27FC236}">
                  <a16:creationId xmlns:a16="http://schemas.microsoft.com/office/drawing/2014/main" id="{02C49AE0-F2B8-D453-A427-A1FC62E2D194}"/>
                </a:ext>
              </a:extLst>
            </p:cNvPr>
            <p:cNvSpPr/>
            <p:nvPr/>
          </p:nvSpPr>
          <p:spPr>
            <a:xfrm>
              <a:off x="1655845" y="5247883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55" name="Text 44">
              <a:extLst>
                <a:ext uri="{FF2B5EF4-FFF2-40B4-BE49-F238E27FC236}">
                  <a16:creationId xmlns:a16="http://schemas.microsoft.com/office/drawing/2014/main" id="{A10FCBA7-A9CA-9543-5C65-13F7CF285F4C}"/>
                </a:ext>
              </a:extLst>
            </p:cNvPr>
            <p:cNvSpPr/>
            <p:nvPr/>
          </p:nvSpPr>
          <p:spPr>
            <a:xfrm>
              <a:off x="2141436" y="5247883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56" name="Text 45">
              <a:extLst>
                <a:ext uri="{FF2B5EF4-FFF2-40B4-BE49-F238E27FC236}">
                  <a16:creationId xmlns:a16="http://schemas.microsoft.com/office/drawing/2014/main" id="{B8739E8E-269A-59CD-3CB1-EB35349C4AEB}"/>
                </a:ext>
              </a:extLst>
            </p:cNvPr>
            <p:cNvSpPr/>
            <p:nvPr/>
          </p:nvSpPr>
          <p:spPr>
            <a:xfrm>
              <a:off x="2888499" y="5247883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2.531</a:t>
              </a:r>
              <a:endParaRPr lang="en-US" sz="1400" dirty="0"/>
            </a:p>
          </p:txBody>
        </p:sp>
        <p:sp>
          <p:nvSpPr>
            <p:cNvPr id="115" name="Text 49">
              <a:extLst>
                <a:ext uri="{FF2B5EF4-FFF2-40B4-BE49-F238E27FC236}">
                  <a16:creationId xmlns:a16="http://schemas.microsoft.com/office/drawing/2014/main" id="{E6384F5B-2D77-769F-8413-7AB15C22B0B4}"/>
                </a:ext>
              </a:extLst>
            </p:cNvPr>
            <p:cNvSpPr/>
            <p:nvPr/>
          </p:nvSpPr>
          <p:spPr>
            <a:xfrm>
              <a:off x="1655845" y="5506441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16" name="Text 50">
              <a:extLst>
                <a:ext uri="{FF2B5EF4-FFF2-40B4-BE49-F238E27FC236}">
                  <a16:creationId xmlns:a16="http://schemas.microsoft.com/office/drawing/2014/main" id="{31712EE9-4159-EAA2-1478-FF3CD67D508D}"/>
                </a:ext>
              </a:extLst>
            </p:cNvPr>
            <p:cNvSpPr/>
            <p:nvPr/>
          </p:nvSpPr>
          <p:spPr>
            <a:xfrm>
              <a:off x="2141436" y="5506441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17" name="Text 51">
              <a:extLst>
                <a:ext uri="{FF2B5EF4-FFF2-40B4-BE49-F238E27FC236}">
                  <a16:creationId xmlns:a16="http://schemas.microsoft.com/office/drawing/2014/main" id="{B7025FC5-9F8B-AAB8-B575-685C1E72E56B}"/>
                </a:ext>
              </a:extLst>
            </p:cNvPr>
            <p:cNvSpPr/>
            <p:nvPr/>
          </p:nvSpPr>
          <p:spPr>
            <a:xfrm>
              <a:off x="2888499" y="5506441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2.640</a:t>
              </a:r>
              <a:endParaRPr lang="en-US" sz="1400" dirty="0"/>
            </a:p>
          </p:txBody>
        </p:sp>
        <p:sp>
          <p:nvSpPr>
            <p:cNvPr id="122" name="Text 56">
              <a:extLst>
                <a:ext uri="{FF2B5EF4-FFF2-40B4-BE49-F238E27FC236}">
                  <a16:creationId xmlns:a16="http://schemas.microsoft.com/office/drawing/2014/main" id="{17846A35-03C7-679A-DB52-BF8C3AFDD089}"/>
                </a:ext>
              </a:extLst>
            </p:cNvPr>
            <p:cNvSpPr/>
            <p:nvPr/>
          </p:nvSpPr>
          <p:spPr>
            <a:xfrm>
              <a:off x="1655845" y="5765001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23" name="Text 57">
              <a:extLst>
                <a:ext uri="{FF2B5EF4-FFF2-40B4-BE49-F238E27FC236}">
                  <a16:creationId xmlns:a16="http://schemas.microsoft.com/office/drawing/2014/main" id="{C96BC4A7-6847-4996-A0CB-ADE174CEDFD5}"/>
                </a:ext>
              </a:extLst>
            </p:cNvPr>
            <p:cNvSpPr/>
            <p:nvPr/>
          </p:nvSpPr>
          <p:spPr>
            <a:xfrm>
              <a:off x="2141436" y="5765001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24" name="Text 58">
              <a:extLst>
                <a:ext uri="{FF2B5EF4-FFF2-40B4-BE49-F238E27FC236}">
                  <a16:creationId xmlns:a16="http://schemas.microsoft.com/office/drawing/2014/main" id="{4AA48D68-8B51-32C0-B41B-E9BDED3AD303}"/>
                </a:ext>
              </a:extLst>
            </p:cNvPr>
            <p:cNvSpPr/>
            <p:nvPr/>
          </p:nvSpPr>
          <p:spPr>
            <a:xfrm>
              <a:off x="2888499" y="5765001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2.667</a:t>
              </a:r>
              <a:endParaRPr lang="en-US" sz="1400" dirty="0"/>
            </a:p>
          </p:txBody>
        </p:sp>
        <p:sp>
          <p:nvSpPr>
            <p:cNvPr id="128" name="Text 62">
              <a:extLst>
                <a:ext uri="{FF2B5EF4-FFF2-40B4-BE49-F238E27FC236}">
                  <a16:creationId xmlns:a16="http://schemas.microsoft.com/office/drawing/2014/main" id="{B78EA4AE-B887-0C77-5293-BE1DBCEEDBBE}"/>
                </a:ext>
              </a:extLst>
            </p:cNvPr>
            <p:cNvSpPr/>
            <p:nvPr/>
          </p:nvSpPr>
          <p:spPr>
            <a:xfrm>
              <a:off x="1655845" y="6023560"/>
              <a:ext cx="485591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29" name="Text 63">
              <a:extLst>
                <a:ext uri="{FF2B5EF4-FFF2-40B4-BE49-F238E27FC236}">
                  <a16:creationId xmlns:a16="http://schemas.microsoft.com/office/drawing/2014/main" id="{6E39041A-0372-B6E2-4F1A-0F39057D2783}"/>
                </a:ext>
              </a:extLst>
            </p:cNvPr>
            <p:cNvSpPr/>
            <p:nvPr/>
          </p:nvSpPr>
          <p:spPr>
            <a:xfrm>
              <a:off x="2141436" y="6023560"/>
              <a:ext cx="74706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30" name="Text 64">
              <a:extLst>
                <a:ext uri="{FF2B5EF4-FFF2-40B4-BE49-F238E27FC236}">
                  <a16:creationId xmlns:a16="http://schemas.microsoft.com/office/drawing/2014/main" id="{4B30893C-4D14-CD35-7BA7-14AC28D613CA}"/>
                </a:ext>
              </a:extLst>
            </p:cNvPr>
            <p:cNvSpPr/>
            <p:nvPr/>
          </p:nvSpPr>
          <p:spPr>
            <a:xfrm>
              <a:off x="2888499" y="6023560"/>
              <a:ext cx="859123" cy="258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3.828</a:t>
              </a:r>
              <a:endParaRPr lang="en-US" sz="1400" dirty="0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48B019BA-D085-AAA3-88F6-491BDA71E244}"/>
                </a:ext>
              </a:extLst>
            </p:cNvPr>
            <p:cNvSpPr/>
            <p:nvPr/>
          </p:nvSpPr>
          <p:spPr>
            <a:xfrm>
              <a:off x="1414836" y="3936619"/>
              <a:ext cx="300550" cy="277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/>
            </a:p>
          </p:txBody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CB32C826-2642-0BAC-DFDD-5B6ECC57C029}"/>
                </a:ext>
              </a:extLst>
            </p:cNvPr>
            <p:cNvSpPr/>
            <p:nvPr/>
          </p:nvSpPr>
          <p:spPr>
            <a:xfrm>
              <a:off x="1481625" y="4275208"/>
              <a:ext cx="146935" cy="135436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Shape 22">
              <a:extLst>
                <a:ext uri="{FF2B5EF4-FFF2-40B4-BE49-F238E27FC236}">
                  <a16:creationId xmlns:a16="http://schemas.microsoft.com/office/drawing/2014/main" id="{3D4765AB-6C82-D2AB-E81F-8E53E9478456}"/>
                </a:ext>
              </a:extLst>
            </p:cNvPr>
            <p:cNvSpPr/>
            <p:nvPr/>
          </p:nvSpPr>
          <p:spPr>
            <a:xfrm>
              <a:off x="1481625" y="4533768"/>
              <a:ext cx="146935" cy="135436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Shape 29">
              <a:extLst>
                <a:ext uri="{FF2B5EF4-FFF2-40B4-BE49-F238E27FC236}">
                  <a16:creationId xmlns:a16="http://schemas.microsoft.com/office/drawing/2014/main" id="{E75A62CC-3949-17AC-5C69-B4ED696FCB65}"/>
                </a:ext>
              </a:extLst>
            </p:cNvPr>
            <p:cNvSpPr/>
            <p:nvPr/>
          </p:nvSpPr>
          <p:spPr>
            <a:xfrm>
              <a:off x="1481625" y="4792327"/>
              <a:ext cx="146935" cy="135436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Shape 35">
              <a:extLst>
                <a:ext uri="{FF2B5EF4-FFF2-40B4-BE49-F238E27FC236}">
                  <a16:creationId xmlns:a16="http://schemas.microsoft.com/office/drawing/2014/main" id="{67466630-25BF-FD89-B532-4D9347E0ED8A}"/>
                </a:ext>
              </a:extLst>
            </p:cNvPr>
            <p:cNvSpPr/>
            <p:nvPr/>
          </p:nvSpPr>
          <p:spPr>
            <a:xfrm>
              <a:off x="1481625" y="5050885"/>
              <a:ext cx="146935" cy="135436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Shape 42">
              <a:extLst>
                <a:ext uri="{FF2B5EF4-FFF2-40B4-BE49-F238E27FC236}">
                  <a16:creationId xmlns:a16="http://schemas.microsoft.com/office/drawing/2014/main" id="{3E106999-7BEB-3E08-0661-11E9B076E9F4}"/>
                </a:ext>
              </a:extLst>
            </p:cNvPr>
            <p:cNvSpPr/>
            <p:nvPr/>
          </p:nvSpPr>
          <p:spPr>
            <a:xfrm>
              <a:off x="1481625" y="5309444"/>
              <a:ext cx="146935" cy="135436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4" name="Shape 48">
              <a:extLst>
                <a:ext uri="{FF2B5EF4-FFF2-40B4-BE49-F238E27FC236}">
                  <a16:creationId xmlns:a16="http://schemas.microsoft.com/office/drawing/2014/main" id="{B223F08C-4EB7-D92E-CA73-E9CE2AD2EBD4}"/>
                </a:ext>
              </a:extLst>
            </p:cNvPr>
            <p:cNvSpPr/>
            <p:nvPr/>
          </p:nvSpPr>
          <p:spPr>
            <a:xfrm>
              <a:off x="1481625" y="5568004"/>
              <a:ext cx="146935" cy="135436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" name="Shape 55">
              <a:extLst>
                <a:ext uri="{FF2B5EF4-FFF2-40B4-BE49-F238E27FC236}">
                  <a16:creationId xmlns:a16="http://schemas.microsoft.com/office/drawing/2014/main" id="{879208E7-14C9-CE17-4535-64158EF9F4E1}"/>
                </a:ext>
              </a:extLst>
            </p:cNvPr>
            <p:cNvSpPr/>
            <p:nvPr/>
          </p:nvSpPr>
          <p:spPr>
            <a:xfrm>
              <a:off x="1481625" y="5826563"/>
              <a:ext cx="146935" cy="135436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7" name="Shape 61">
              <a:extLst>
                <a:ext uri="{FF2B5EF4-FFF2-40B4-BE49-F238E27FC236}">
                  <a16:creationId xmlns:a16="http://schemas.microsoft.com/office/drawing/2014/main" id="{75880B25-AE92-BB11-9DB9-1DB414D130D6}"/>
                </a:ext>
              </a:extLst>
            </p:cNvPr>
            <p:cNvSpPr/>
            <p:nvPr/>
          </p:nvSpPr>
          <p:spPr>
            <a:xfrm>
              <a:off x="1481625" y="6085122"/>
              <a:ext cx="146935" cy="135436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F400F06-37B0-8C1B-204C-C1EB9D55E969}"/>
              </a:ext>
            </a:extLst>
          </p:cNvPr>
          <p:cNvGrpSpPr/>
          <p:nvPr/>
        </p:nvGrpSpPr>
        <p:grpSpPr>
          <a:xfrm>
            <a:off x="6474008" y="3372353"/>
            <a:ext cx="4101449" cy="3304505"/>
            <a:chOff x="6474008" y="3372353"/>
            <a:chExt cx="4101449" cy="3304505"/>
          </a:xfrm>
        </p:grpSpPr>
        <p:sp>
          <p:nvSpPr>
            <p:cNvPr id="142" name="Shape 8">
              <a:extLst>
                <a:ext uri="{FF2B5EF4-FFF2-40B4-BE49-F238E27FC236}">
                  <a16:creationId xmlns:a16="http://schemas.microsoft.com/office/drawing/2014/main" id="{17C6359B-CC59-5DE0-A7CD-BAC46C2C938D}"/>
                </a:ext>
              </a:extLst>
            </p:cNvPr>
            <p:cNvSpPr/>
            <p:nvPr/>
          </p:nvSpPr>
          <p:spPr>
            <a:xfrm>
              <a:off x="7400593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3" name="Shape 9">
              <a:extLst>
                <a:ext uri="{FF2B5EF4-FFF2-40B4-BE49-F238E27FC236}">
                  <a16:creationId xmlns:a16="http://schemas.microsoft.com/office/drawing/2014/main" id="{322D0AAB-462E-FC18-15E1-6C9BD9C57479}"/>
                </a:ext>
              </a:extLst>
            </p:cNvPr>
            <p:cNvSpPr/>
            <p:nvPr/>
          </p:nvSpPr>
          <p:spPr>
            <a:xfrm>
              <a:off x="8064937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4" name="Shape 10">
              <a:extLst>
                <a:ext uri="{FF2B5EF4-FFF2-40B4-BE49-F238E27FC236}">
                  <a16:creationId xmlns:a16="http://schemas.microsoft.com/office/drawing/2014/main" id="{6489BF26-CDDE-56B0-8A85-C8B5E7896F27}"/>
                </a:ext>
              </a:extLst>
            </p:cNvPr>
            <p:cNvSpPr/>
            <p:nvPr/>
          </p:nvSpPr>
          <p:spPr>
            <a:xfrm>
              <a:off x="8729281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5" name="Shape 11">
              <a:extLst>
                <a:ext uri="{FF2B5EF4-FFF2-40B4-BE49-F238E27FC236}">
                  <a16:creationId xmlns:a16="http://schemas.microsoft.com/office/drawing/2014/main" id="{E3B5FED2-421A-820D-233B-A789776972AE}"/>
                </a:ext>
              </a:extLst>
            </p:cNvPr>
            <p:cNvSpPr/>
            <p:nvPr/>
          </p:nvSpPr>
          <p:spPr>
            <a:xfrm>
              <a:off x="9393625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6" name="Shape 12">
              <a:extLst>
                <a:ext uri="{FF2B5EF4-FFF2-40B4-BE49-F238E27FC236}">
                  <a16:creationId xmlns:a16="http://schemas.microsoft.com/office/drawing/2014/main" id="{084F8F57-CEF0-E090-EE11-2D9529ED1EBF}"/>
                </a:ext>
              </a:extLst>
            </p:cNvPr>
            <p:cNvSpPr/>
            <p:nvPr/>
          </p:nvSpPr>
          <p:spPr>
            <a:xfrm>
              <a:off x="10057968" y="3394683"/>
              <a:ext cx="0" cy="2805606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7" name="Shape 13">
              <a:extLst>
                <a:ext uri="{FF2B5EF4-FFF2-40B4-BE49-F238E27FC236}">
                  <a16:creationId xmlns:a16="http://schemas.microsoft.com/office/drawing/2014/main" id="{25E78A80-F581-BAFA-67B4-F4012BD38371}"/>
                </a:ext>
              </a:extLst>
            </p:cNvPr>
            <p:cNvSpPr/>
            <p:nvPr/>
          </p:nvSpPr>
          <p:spPr>
            <a:xfrm>
              <a:off x="7068421" y="6200290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8" name="Shape 14">
              <a:extLst>
                <a:ext uri="{FF2B5EF4-FFF2-40B4-BE49-F238E27FC236}">
                  <a16:creationId xmlns:a16="http://schemas.microsoft.com/office/drawing/2014/main" id="{F414561D-FAEE-0D12-893E-F5466E4F8EBF}"/>
                </a:ext>
              </a:extLst>
            </p:cNvPr>
            <p:cNvSpPr/>
            <p:nvPr/>
          </p:nvSpPr>
          <p:spPr>
            <a:xfrm>
              <a:off x="7068421" y="5724763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Shape 15">
              <a:extLst>
                <a:ext uri="{FF2B5EF4-FFF2-40B4-BE49-F238E27FC236}">
                  <a16:creationId xmlns:a16="http://schemas.microsoft.com/office/drawing/2014/main" id="{C01E3B4F-9F9E-4865-299E-0D451F6E4B56}"/>
                </a:ext>
              </a:extLst>
            </p:cNvPr>
            <p:cNvSpPr/>
            <p:nvPr/>
          </p:nvSpPr>
          <p:spPr>
            <a:xfrm>
              <a:off x="7068421" y="5249237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Shape 16">
              <a:extLst>
                <a:ext uri="{FF2B5EF4-FFF2-40B4-BE49-F238E27FC236}">
                  <a16:creationId xmlns:a16="http://schemas.microsoft.com/office/drawing/2014/main" id="{70CAF134-2CF2-F9ED-AA3D-7DF43B0CE51C}"/>
                </a:ext>
              </a:extLst>
            </p:cNvPr>
            <p:cNvSpPr/>
            <p:nvPr/>
          </p:nvSpPr>
          <p:spPr>
            <a:xfrm>
              <a:off x="7068421" y="4773710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1" name="Shape 17">
              <a:extLst>
                <a:ext uri="{FF2B5EF4-FFF2-40B4-BE49-F238E27FC236}">
                  <a16:creationId xmlns:a16="http://schemas.microsoft.com/office/drawing/2014/main" id="{52BC8847-F265-D24A-BFDF-F3F8DDA8A0F9}"/>
                </a:ext>
              </a:extLst>
            </p:cNvPr>
            <p:cNvSpPr/>
            <p:nvPr/>
          </p:nvSpPr>
          <p:spPr>
            <a:xfrm>
              <a:off x="7068421" y="4298183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2" name="Shape 18">
              <a:extLst>
                <a:ext uri="{FF2B5EF4-FFF2-40B4-BE49-F238E27FC236}">
                  <a16:creationId xmlns:a16="http://schemas.microsoft.com/office/drawing/2014/main" id="{71A3F406-93C7-4279-18F1-F63A93BF9B60}"/>
                </a:ext>
              </a:extLst>
            </p:cNvPr>
            <p:cNvSpPr/>
            <p:nvPr/>
          </p:nvSpPr>
          <p:spPr>
            <a:xfrm>
              <a:off x="7068421" y="3822657"/>
              <a:ext cx="332171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3" name="Shape 19">
              <a:extLst>
                <a:ext uri="{FF2B5EF4-FFF2-40B4-BE49-F238E27FC236}">
                  <a16:creationId xmlns:a16="http://schemas.microsoft.com/office/drawing/2014/main" id="{FAD4B9C3-4894-6FFB-D3B6-270F6CAC49C5}"/>
                </a:ext>
              </a:extLst>
            </p:cNvPr>
            <p:cNvSpPr/>
            <p:nvPr/>
          </p:nvSpPr>
          <p:spPr>
            <a:xfrm>
              <a:off x="7068421" y="6200290"/>
              <a:ext cx="332171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4" name="Shape 20">
              <a:extLst>
                <a:ext uri="{FF2B5EF4-FFF2-40B4-BE49-F238E27FC236}">
                  <a16:creationId xmlns:a16="http://schemas.microsoft.com/office/drawing/2014/main" id="{DE5DBCDC-994F-8497-4F5F-359317B44412}"/>
                </a:ext>
              </a:extLst>
            </p:cNvPr>
            <p:cNvSpPr/>
            <p:nvPr/>
          </p:nvSpPr>
          <p:spPr>
            <a:xfrm>
              <a:off x="7068421" y="3394683"/>
              <a:ext cx="0" cy="28056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5" name="Shape 21">
              <a:extLst>
                <a:ext uri="{FF2B5EF4-FFF2-40B4-BE49-F238E27FC236}">
                  <a16:creationId xmlns:a16="http://schemas.microsoft.com/office/drawing/2014/main" id="{05286C6E-7024-5FDA-410A-93213B403F01}"/>
                </a:ext>
              </a:extLst>
            </p:cNvPr>
            <p:cNvSpPr/>
            <p:nvPr/>
          </p:nvSpPr>
          <p:spPr>
            <a:xfrm>
              <a:off x="7400593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6" name="Text 22">
              <a:extLst>
                <a:ext uri="{FF2B5EF4-FFF2-40B4-BE49-F238E27FC236}">
                  <a16:creationId xmlns:a16="http://schemas.microsoft.com/office/drawing/2014/main" id="{5A04397B-782D-9B8A-46AD-8BC89330B99D}"/>
                </a:ext>
              </a:extLst>
            </p:cNvPr>
            <p:cNvSpPr/>
            <p:nvPr/>
          </p:nvSpPr>
          <p:spPr>
            <a:xfrm>
              <a:off x="7120869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157" name="Shape 23">
              <a:extLst>
                <a:ext uri="{FF2B5EF4-FFF2-40B4-BE49-F238E27FC236}">
                  <a16:creationId xmlns:a16="http://schemas.microsoft.com/office/drawing/2014/main" id="{45ECB64F-AF2B-D1C9-F0D7-0ABF2021F951}"/>
                </a:ext>
              </a:extLst>
            </p:cNvPr>
            <p:cNvSpPr/>
            <p:nvPr/>
          </p:nvSpPr>
          <p:spPr>
            <a:xfrm>
              <a:off x="8064937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8" name="Text 24">
              <a:extLst>
                <a:ext uri="{FF2B5EF4-FFF2-40B4-BE49-F238E27FC236}">
                  <a16:creationId xmlns:a16="http://schemas.microsoft.com/office/drawing/2014/main" id="{ECDEA5E9-C95F-697E-8540-BF984B1F2780}"/>
                </a:ext>
              </a:extLst>
            </p:cNvPr>
            <p:cNvSpPr/>
            <p:nvPr/>
          </p:nvSpPr>
          <p:spPr>
            <a:xfrm>
              <a:off x="7785213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159" name="Shape 25">
              <a:extLst>
                <a:ext uri="{FF2B5EF4-FFF2-40B4-BE49-F238E27FC236}">
                  <a16:creationId xmlns:a16="http://schemas.microsoft.com/office/drawing/2014/main" id="{ACEA7661-D6C1-B064-8CDB-29F23B07EDF9}"/>
                </a:ext>
              </a:extLst>
            </p:cNvPr>
            <p:cNvSpPr/>
            <p:nvPr/>
          </p:nvSpPr>
          <p:spPr>
            <a:xfrm>
              <a:off x="8729281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0" name="Text 26">
              <a:extLst>
                <a:ext uri="{FF2B5EF4-FFF2-40B4-BE49-F238E27FC236}">
                  <a16:creationId xmlns:a16="http://schemas.microsoft.com/office/drawing/2014/main" id="{DFFB4B6F-30C9-E1BE-AB96-B08A5BA92EBB}"/>
                </a:ext>
              </a:extLst>
            </p:cNvPr>
            <p:cNvSpPr/>
            <p:nvPr/>
          </p:nvSpPr>
          <p:spPr>
            <a:xfrm>
              <a:off x="8449557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161" name="Shape 27">
              <a:extLst>
                <a:ext uri="{FF2B5EF4-FFF2-40B4-BE49-F238E27FC236}">
                  <a16:creationId xmlns:a16="http://schemas.microsoft.com/office/drawing/2014/main" id="{E447D05E-2A09-18EE-2A6F-4943B36585BA}"/>
                </a:ext>
              </a:extLst>
            </p:cNvPr>
            <p:cNvSpPr/>
            <p:nvPr/>
          </p:nvSpPr>
          <p:spPr>
            <a:xfrm>
              <a:off x="9393625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2" name="Text 28">
              <a:extLst>
                <a:ext uri="{FF2B5EF4-FFF2-40B4-BE49-F238E27FC236}">
                  <a16:creationId xmlns:a16="http://schemas.microsoft.com/office/drawing/2014/main" id="{38D82E45-1356-AF0F-29B0-BFF15043D858}"/>
                </a:ext>
              </a:extLst>
            </p:cNvPr>
            <p:cNvSpPr/>
            <p:nvPr/>
          </p:nvSpPr>
          <p:spPr>
            <a:xfrm>
              <a:off x="9113901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163" name="Shape 29">
              <a:extLst>
                <a:ext uri="{FF2B5EF4-FFF2-40B4-BE49-F238E27FC236}">
                  <a16:creationId xmlns:a16="http://schemas.microsoft.com/office/drawing/2014/main" id="{8ADBD814-F489-1B60-A062-D1F2684767C4}"/>
                </a:ext>
              </a:extLst>
            </p:cNvPr>
            <p:cNvSpPr/>
            <p:nvPr/>
          </p:nvSpPr>
          <p:spPr>
            <a:xfrm>
              <a:off x="10057968" y="6200290"/>
              <a:ext cx="0" cy="53806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4" name="Text 30">
              <a:extLst>
                <a:ext uri="{FF2B5EF4-FFF2-40B4-BE49-F238E27FC236}">
                  <a16:creationId xmlns:a16="http://schemas.microsoft.com/office/drawing/2014/main" id="{1266E4DE-D563-B208-6F3D-E7ACF5AF20B9}"/>
                </a:ext>
              </a:extLst>
            </p:cNvPr>
            <p:cNvSpPr/>
            <p:nvPr/>
          </p:nvSpPr>
          <p:spPr>
            <a:xfrm>
              <a:off x="9778244" y="6277155"/>
              <a:ext cx="559447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165" name="Shape 31">
              <a:extLst>
                <a:ext uri="{FF2B5EF4-FFF2-40B4-BE49-F238E27FC236}">
                  <a16:creationId xmlns:a16="http://schemas.microsoft.com/office/drawing/2014/main" id="{81F4E983-CA1B-1F97-0C46-492EAA3403E6}"/>
                </a:ext>
              </a:extLst>
            </p:cNvPr>
            <p:cNvSpPr/>
            <p:nvPr/>
          </p:nvSpPr>
          <p:spPr>
            <a:xfrm>
              <a:off x="7019469" y="6200290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6" name="Text 32">
              <a:extLst>
                <a:ext uri="{FF2B5EF4-FFF2-40B4-BE49-F238E27FC236}">
                  <a16:creationId xmlns:a16="http://schemas.microsoft.com/office/drawing/2014/main" id="{1AE8AD92-1991-90CC-93A6-FFCE636FB385}"/>
                </a:ext>
              </a:extLst>
            </p:cNvPr>
            <p:cNvSpPr/>
            <p:nvPr/>
          </p:nvSpPr>
          <p:spPr>
            <a:xfrm>
              <a:off x="6474008" y="6100364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167" name="Shape 33">
              <a:extLst>
                <a:ext uri="{FF2B5EF4-FFF2-40B4-BE49-F238E27FC236}">
                  <a16:creationId xmlns:a16="http://schemas.microsoft.com/office/drawing/2014/main" id="{A4B584A3-1AF7-7016-8A08-34867E185D2B}"/>
                </a:ext>
              </a:extLst>
            </p:cNvPr>
            <p:cNvSpPr/>
            <p:nvPr/>
          </p:nvSpPr>
          <p:spPr>
            <a:xfrm>
              <a:off x="7019469" y="5724763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8" name="Text 34">
              <a:extLst>
                <a:ext uri="{FF2B5EF4-FFF2-40B4-BE49-F238E27FC236}">
                  <a16:creationId xmlns:a16="http://schemas.microsoft.com/office/drawing/2014/main" id="{B6875463-6297-02EE-11CF-47F2C8C632BC}"/>
                </a:ext>
              </a:extLst>
            </p:cNvPr>
            <p:cNvSpPr/>
            <p:nvPr/>
          </p:nvSpPr>
          <p:spPr>
            <a:xfrm>
              <a:off x="6474008" y="5624837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169" name="Shape 35">
              <a:extLst>
                <a:ext uri="{FF2B5EF4-FFF2-40B4-BE49-F238E27FC236}">
                  <a16:creationId xmlns:a16="http://schemas.microsoft.com/office/drawing/2014/main" id="{BAD80BD1-BCE0-B4CD-9302-3856B0F22E13}"/>
                </a:ext>
              </a:extLst>
            </p:cNvPr>
            <p:cNvSpPr/>
            <p:nvPr/>
          </p:nvSpPr>
          <p:spPr>
            <a:xfrm>
              <a:off x="7019469" y="5249237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0" name="Text 36">
              <a:extLst>
                <a:ext uri="{FF2B5EF4-FFF2-40B4-BE49-F238E27FC236}">
                  <a16:creationId xmlns:a16="http://schemas.microsoft.com/office/drawing/2014/main" id="{065BDE16-DCC7-10E0-40E1-B502DF204984}"/>
                </a:ext>
              </a:extLst>
            </p:cNvPr>
            <p:cNvSpPr/>
            <p:nvPr/>
          </p:nvSpPr>
          <p:spPr>
            <a:xfrm>
              <a:off x="6474008" y="5149311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171" name="Shape 37">
              <a:extLst>
                <a:ext uri="{FF2B5EF4-FFF2-40B4-BE49-F238E27FC236}">
                  <a16:creationId xmlns:a16="http://schemas.microsoft.com/office/drawing/2014/main" id="{200649C7-4DB5-3A4E-D8F9-59E0C62C1952}"/>
                </a:ext>
              </a:extLst>
            </p:cNvPr>
            <p:cNvSpPr/>
            <p:nvPr/>
          </p:nvSpPr>
          <p:spPr>
            <a:xfrm>
              <a:off x="7019469" y="4773710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2" name="Text 38">
              <a:extLst>
                <a:ext uri="{FF2B5EF4-FFF2-40B4-BE49-F238E27FC236}">
                  <a16:creationId xmlns:a16="http://schemas.microsoft.com/office/drawing/2014/main" id="{A905A4B5-468E-9E3D-8EA6-9A32009DAD91}"/>
                </a:ext>
              </a:extLst>
            </p:cNvPr>
            <p:cNvSpPr/>
            <p:nvPr/>
          </p:nvSpPr>
          <p:spPr>
            <a:xfrm>
              <a:off x="6474008" y="4673784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173" name="Shape 39">
              <a:extLst>
                <a:ext uri="{FF2B5EF4-FFF2-40B4-BE49-F238E27FC236}">
                  <a16:creationId xmlns:a16="http://schemas.microsoft.com/office/drawing/2014/main" id="{928394CB-02E3-FB30-1952-E9D286F76CAC}"/>
                </a:ext>
              </a:extLst>
            </p:cNvPr>
            <p:cNvSpPr/>
            <p:nvPr/>
          </p:nvSpPr>
          <p:spPr>
            <a:xfrm>
              <a:off x="7019469" y="4298183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4" name="Text 40">
              <a:extLst>
                <a:ext uri="{FF2B5EF4-FFF2-40B4-BE49-F238E27FC236}">
                  <a16:creationId xmlns:a16="http://schemas.microsoft.com/office/drawing/2014/main" id="{EB1FD1D6-EDC8-6B6F-46FA-716FB143E6ED}"/>
                </a:ext>
              </a:extLst>
            </p:cNvPr>
            <p:cNvSpPr/>
            <p:nvPr/>
          </p:nvSpPr>
          <p:spPr>
            <a:xfrm>
              <a:off x="6474008" y="4198258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175" name="Shape 41">
              <a:extLst>
                <a:ext uri="{FF2B5EF4-FFF2-40B4-BE49-F238E27FC236}">
                  <a16:creationId xmlns:a16="http://schemas.microsoft.com/office/drawing/2014/main" id="{F8B44EF8-C59B-FC14-97F5-F650D92394FB}"/>
                </a:ext>
              </a:extLst>
            </p:cNvPr>
            <p:cNvSpPr/>
            <p:nvPr/>
          </p:nvSpPr>
          <p:spPr>
            <a:xfrm>
              <a:off x="7019469" y="3822657"/>
              <a:ext cx="48951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6" name="Text 42">
              <a:extLst>
                <a:ext uri="{FF2B5EF4-FFF2-40B4-BE49-F238E27FC236}">
                  <a16:creationId xmlns:a16="http://schemas.microsoft.com/office/drawing/2014/main" id="{EA1A06AC-2DBB-5585-A655-B181A5FA7ED1}"/>
                </a:ext>
              </a:extLst>
            </p:cNvPr>
            <p:cNvSpPr/>
            <p:nvPr/>
          </p:nvSpPr>
          <p:spPr>
            <a:xfrm>
              <a:off x="6474008" y="3722731"/>
              <a:ext cx="524482" cy="199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177" name="Text 43">
              <a:extLst>
                <a:ext uri="{FF2B5EF4-FFF2-40B4-BE49-F238E27FC236}">
                  <a16:creationId xmlns:a16="http://schemas.microsoft.com/office/drawing/2014/main" id="{FDC40245-9742-E556-086F-2CDAB5319F70}"/>
                </a:ext>
              </a:extLst>
            </p:cNvPr>
            <p:cNvSpPr/>
            <p:nvPr/>
          </p:nvSpPr>
          <p:spPr>
            <a:xfrm>
              <a:off x="7068421" y="6446261"/>
              <a:ext cx="3321719" cy="2305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178" name="Text 44">
              <a:extLst>
                <a:ext uri="{FF2B5EF4-FFF2-40B4-BE49-F238E27FC236}">
                  <a16:creationId xmlns:a16="http://schemas.microsoft.com/office/drawing/2014/main" id="{A9C02CE7-74B3-3F29-8ACB-BEA3F307BA7D}"/>
                </a:ext>
              </a:extLst>
            </p:cNvPr>
            <p:cNvSpPr/>
            <p:nvPr/>
          </p:nvSpPr>
          <p:spPr>
            <a:xfrm rot="16200000">
              <a:off x="5908347" y="4797172"/>
              <a:ext cx="1408012" cy="1787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180" name="Shape 46">
              <a:extLst>
                <a:ext uri="{FF2B5EF4-FFF2-40B4-BE49-F238E27FC236}">
                  <a16:creationId xmlns:a16="http://schemas.microsoft.com/office/drawing/2014/main" id="{00900AA7-6FD5-C5ED-C805-E9838540135F}"/>
                </a:ext>
              </a:extLst>
            </p:cNvPr>
            <p:cNvSpPr/>
            <p:nvPr/>
          </p:nvSpPr>
          <p:spPr>
            <a:xfrm>
              <a:off x="7323668" y="6061527"/>
              <a:ext cx="153848" cy="169105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1" name="Text 47">
              <a:extLst>
                <a:ext uri="{FF2B5EF4-FFF2-40B4-BE49-F238E27FC236}">
                  <a16:creationId xmlns:a16="http://schemas.microsoft.com/office/drawing/2014/main" id="{B3FC01A8-1EF9-9486-C07C-D805139AFEF0}"/>
                </a:ext>
              </a:extLst>
            </p:cNvPr>
            <p:cNvSpPr/>
            <p:nvPr/>
          </p:nvSpPr>
          <p:spPr>
            <a:xfrm>
              <a:off x="7498496" y="6046154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182" name="Shape 48">
              <a:extLst>
                <a:ext uri="{FF2B5EF4-FFF2-40B4-BE49-F238E27FC236}">
                  <a16:creationId xmlns:a16="http://schemas.microsoft.com/office/drawing/2014/main" id="{E442787B-DDB0-1874-5235-8535912041B4}"/>
                </a:ext>
              </a:extLst>
            </p:cNvPr>
            <p:cNvSpPr/>
            <p:nvPr/>
          </p:nvSpPr>
          <p:spPr>
            <a:xfrm>
              <a:off x="7323668" y="5496601"/>
              <a:ext cx="153848" cy="169105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3" name="Text 49">
              <a:extLst>
                <a:ext uri="{FF2B5EF4-FFF2-40B4-BE49-F238E27FC236}">
                  <a16:creationId xmlns:a16="http://schemas.microsoft.com/office/drawing/2014/main" id="{8C503CAE-EDE3-AFD9-7B52-51E663E3FFE2}"/>
                </a:ext>
              </a:extLst>
            </p:cNvPr>
            <p:cNvSpPr/>
            <p:nvPr/>
          </p:nvSpPr>
          <p:spPr>
            <a:xfrm>
              <a:off x="7477517" y="5419736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184" name="Shape 50">
              <a:extLst>
                <a:ext uri="{FF2B5EF4-FFF2-40B4-BE49-F238E27FC236}">
                  <a16:creationId xmlns:a16="http://schemas.microsoft.com/office/drawing/2014/main" id="{F90E2837-A654-7C18-29ED-727536FA0110}"/>
                </a:ext>
              </a:extLst>
            </p:cNvPr>
            <p:cNvSpPr/>
            <p:nvPr/>
          </p:nvSpPr>
          <p:spPr>
            <a:xfrm>
              <a:off x="7988012" y="4996347"/>
              <a:ext cx="153848" cy="169105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5" name="Text 51">
              <a:extLst>
                <a:ext uri="{FF2B5EF4-FFF2-40B4-BE49-F238E27FC236}">
                  <a16:creationId xmlns:a16="http://schemas.microsoft.com/office/drawing/2014/main" id="{D451FFE8-52E3-18EC-ED33-7BACDDC50869}"/>
                </a:ext>
              </a:extLst>
            </p:cNvPr>
            <p:cNvSpPr/>
            <p:nvPr/>
          </p:nvSpPr>
          <p:spPr>
            <a:xfrm>
              <a:off x="8162840" y="4980974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186" name="Shape 52">
              <a:extLst>
                <a:ext uri="{FF2B5EF4-FFF2-40B4-BE49-F238E27FC236}">
                  <a16:creationId xmlns:a16="http://schemas.microsoft.com/office/drawing/2014/main" id="{6EB860A7-E888-B69A-95DF-65C791D3E12E}"/>
                </a:ext>
              </a:extLst>
            </p:cNvPr>
            <p:cNvSpPr/>
            <p:nvPr/>
          </p:nvSpPr>
          <p:spPr>
            <a:xfrm>
              <a:off x="8652356" y="4154665"/>
              <a:ext cx="153848" cy="169105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7" name="Text 53">
              <a:extLst>
                <a:ext uri="{FF2B5EF4-FFF2-40B4-BE49-F238E27FC236}">
                  <a16:creationId xmlns:a16="http://schemas.microsoft.com/office/drawing/2014/main" id="{C957CA57-83E4-0339-9A67-68CD17998F5F}"/>
                </a:ext>
              </a:extLst>
            </p:cNvPr>
            <p:cNvSpPr/>
            <p:nvPr/>
          </p:nvSpPr>
          <p:spPr>
            <a:xfrm>
              <a:off x="8827184" y="4139293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188" name="Shape 54">
              <a:extLst>
                <a:ext uri="{FF2B5EF4-FFF2-40B4-BE49-F238E27FC236}">
                  <a16:creationId xmlns:a16="http://schemas.microsoft.com/office/drawing/2014/main" id="{E6093A34-3A99-AF28-468D-A37C50C14D6D}"/>
                </a:ext>
              </a:extLst>
            </p:cNvPr>
            <p:cNvSpPr/>
            <p:nvPr/>
          </p:nvSpPr>
          <p:spPr>
            <a:xfrm>
              <a:off x="9316700" y="4659674"/>
              <a:ext cx="153848" cy="169105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9" name="Text 55">
              <a:extLst>
                <a:ext uri="{FF2B5EF4-FFF2-40B4-BE49-F238E27FC236}">
                  <a16:creationId xmlns:a16="http://schemas.microsoft.com/office/drawing/2014/main" id="{3021507A-031E-A924-92D9-363AB83F93E2}"/>
                </a:ext>
              </a:extLst>
            </p:cNvPr>
            <p:cNvSpPr/>
            <p:nvPr/>
          </p:nvSpPr>
          <p:spPr>
            <a:xfrm>
              <a:off x="9491527" y="4644302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190" name="Shape 56">
              <a:extLst>
                <a:ext uri="{FF2B5EF4-FFF2-40B4-BE49-F238E27FC236}">
                  <a16:creationId xmlns:a16="http://schemas.microsoft.com/office/drawing/2014/main" id="{940B2D38-346F-415D-63DF-1EBCB0147B3D}"/>
                </a:ext>
              </a:extLst>
            </p:cNvPr>
            <p:cNvSpPr/>
            <p:nvPr/>
          </p:nvSpPr>
          <p:spPr>
            <a:xfrm>
              <a:off x="9981044" y="4556010"/>
              <a:ext cx="153848" cy="169105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1" name="Text 57">
              <a:extLst>
                <a:ext uri="{FF2B5EF4-FFF2-40B4-BE49-F238E27FC236}">
                  <a16:creationId xmlns:a16="http://schemas.microsoft.com/office/drawing/2014/main" id="{F11148CD-4E01-22EE-AB3C-B56620797952}"/>
                </a:ext>
              </a:extLst>
            </p:cNvPr>
            <p:cNvSpPr/>
            <p:nvPr/>
          </p:nvSpPr>
          <p:spPr>
            <a:xfrm>
              <a:off x="10113886" y="4650982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192" name="Shape 58">
              <a:extLst>
                <a:ext uri="{FF2B5EF4-FFF2-40B4-BE49-F238E27FC236}">
                  <a16:creationId xmlns:a16="http://schemas.microsoft.com/office/drawing/2014/main" id="{F64AEFB7-4726-B137-AFD6-3935357F2963}"/>
                </a:ext>
              </a:extLst>
            </p:cNvPr>
            <p:cNvSpPr/>
            <p:nvPr/>
          </p:nvSpPr>
          <p:spPr>
            <a:xfrm>
              <a:off x="9940784" y="4524227"/>
              <a:ext cx="153848" cy="169105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3" name="Text 59">
              <a:extLst>
                <a:ext uri="{FF2B5EF4-FFF2-40B4-BE49-F238E27FC236}">
                  <a16:creationId xmlns:a16="http://schemas.microsoft.com/office/drawing/2014/main" id="{906FFEFD-CA1D-255D-C005-DEFF6DF9E5B9}"/>
                </a:ext>
              </a:extLst>
            </p:cNvPr>
            <p:cNvSpPr/>
            <p:nvPr/>
          </p:nvSpPr>
          <p:spPr>
            <a:xfrm>
              <a:off x="10084192" y="4457480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194" name="Shape 60">
              <a:extLst>
                <a:ext uri="{FF2B5EF4-FFF2-40B4-BE49-F238E27FC236}">
                  <a16:creationId xmlns:a16="http://schemas.microsoft.com/office/drawing/2014/main" id="{0BBEA8B8-BC46-016C-06B9-AA1FB92DE831}"/>
                </a:ext>
              </a:extLst>
            </p:cNvPr>
            <p:cNvSpPr/>
            <p:nvPr/>
          </p:nvSpPr>
          <p:spPr>
            <a:xfrm>
              <a:off x="9981044" y="3426159"/>
              <a:ext cx="153848" cy="169105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5" name="Text 61">
              <a:extLst>
                <a:ext uri="{FF2B5EF4-FFF2-40B4-BE49-F238E27FC236}">
                  <a16:creationId xmlns:a16="http://schemas.microsoft.com/office/drawing/2014/main" id="{334423B3-9B9A-C3B3-ABFA-84E89C8D98F5}"/>
                </a:ext>
              </a:extLst>
            </p:cNvPr>
            <p:cNvSpPr/>
            <p:nvPr/>
          </p:nvSpPr>
          <p:spPr>
            <a:xfrm>
              <a:off x="10155871" y="3372353"/>
              <a:ext cx="419586" cy="18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831021F-F759-06CD-DD58-3098944250B3}"/>
              </a:ext>
            </a:extLst>
          </p:cNvPr>
          <p:cNvGrpSpPr/>
          <p:nvPr/>
        </p:nvGrpSpPr>
        <p:grpSpPr>
          <a:xfrm>
            <a:off x="7162203" y="4022043"/>
            <a:ext cx="3336152" cy="1817577"/>
            <a:chOff x="7162203" y="4022043"/>
            <a:chExt cx="3336152" cy="1817577"/>
          </a:xfrm>
        </p:grpSpPr>
        <p:sp>
          <p:nvSpPr>
            <p:cNvPr id="179" name="Shape 45">
              <a:extLst>
                <a:ext uri="{FF2B5EF4-FFF2-40B4-BE49-F238E27FC236}">
                  <a16:creationId xmlns:a16="http://schemas.microsoft.com/office/drawing/2014/main" id="{B656D75F-9409-66AE-66D8-4C738EABFB7C}"/>
                </a:ext>
              </a:extLst>
            </p:cNvPr>
            <p:cNvSpPr/>
            <p:nvPr/>
          </p:nvSpPr>
          <p:spPr>
            <a:xfrm flipV="1">
              <a:off x="7162203" y="4022043"/>
              <a:ext cx="3175489" cy="1817577"/>
            </a:xfrm>
            <a:prstGeom prst="line">
              <a:avLst/>
            </a:prstGeom>
            <a:noFill/>
            <a:ln w="381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203" name="SlopeArrow">
              <a:extLst>
                <a:ext uri="{FF2B5EF4-FFF2-40B4-BE49-F238E27FC236}">
                  <a16:creationId xmlns:a16="http://schemas.microsoft.com/office/drawing/2014/main" id="{AAD078D7-D737-7CE8-7655-7601D0962246}"/>
                </a:ext>
              </a:extLst>
            </p:cNvPr>
            <p:cNvSpPr/>
            <p:nvPr/>
          </p:nvSpPr>
          <p:spPr>
            <a:xfrm>
              <a:off x="7385168" y="5183558"/>
              <a:ext cx="3113187" cy="61662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sz="1400" b="1" dirty="0">
                  <a:latin typeface="Open Sans"/>
                </a:rPr>
                <a:t>ŷ = −10.78 + 0.3863x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239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8818-B754-9835-1546-1F808F97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42AC2F-9DDF-98BE-54B3-3624ACE64D18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CAEC9A-7F9E-8D8D-449B-84F83869B67F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0A48C765-C5B8-6C65-1155-247F03C04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61" y="252812"/>
            <a:ext cx="64862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2E6B75"/>
                </a:solidFill>
                <a:latin typeface="Montserrat"/>
              </a:rPr>
              <a:t>The block we want to dissect</a:t>
            </a:r>
          </a:p>
          <a:p>
            <a:endParaRPr lang="en-US" altLang="en-US" sz="2000" b="1" dirty="0">
              <a:solidFill>
                <a:srgbClr val="2E6B75"/>
              </a:solidFill>
              <a:latin typeface="Montserrat"/>
            </a:endParaRPr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A63F3F8-DFE3-BC52-3D7B-762063E6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79" b="578"/>
          <a:stretch>
            <a:fillRect/>
          </a:stretch>
        </p:blipFill>
        <p:spPr>
          <a:xfrm>
            <a:off x="463809" y="824451"/>
            <a:ext cx="6749792" cy="4349715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2F5B890D-D170-0F5C-8569-E2E249021724}"/>
              </a:ext>
            </a:extLst>
          </p:cNvPr>
          <p:cNvSpPr/>
          <p:nvPr/>
        </p:nvSpPr>
        <p:spPr>
          <a:xfrm>
            <a:off x="7641849" y="1683834"/>
            <a:ext cx="4023360" cy="707887"/>
          </a:xfrm>
          <a:prstGeom prst="rect">
            <a:avLst/>
          </a:prstGeom>
          <a:solidFill>
            <a:srgbClr val="EAF4F4"/>
          </a:solidFill>
          <a:ln w="19050">
            <a:solidFill>
              <a:srgbClr val="2E6B7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Five-number summary of the residuals.</a:t>
            </a:r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B8594F03-D0DC-0323-1349-117DEBC642B2}"/>
              </a:ext>
            </a:extLst>
          </p:cNvPr>
          <p:cNvSpPr/>
          <p:nvPr/>
        </p:nvSpPr>
        <p:spPr>
          <a:xfrm>
            <a:off x="470670" y="1648902"/>
            <a:ext cx="5986401" cy="859383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0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A794-C242-C401-D677-5451507E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4">
            <a:extLst>
              <a:ext uri="{FF2B5EF4-FFF2-40B4-BE49-F238E27FC236}">
                <a16:creationId xmlns:a16="http://schemas.microsoft.com/office/drawing/2014/main" id="{4EB4F2B6-0A56-33CD-7613-87E72CA3A810}"/>
              </a:ext>
            </a:extLst>
          </p:cNvPr>
          <p:cNvSpPr/>
          <p:nvPr/>
        </p:nvSpPr>
        <p:spPr>
          <a:xfrm>
            <a:off x="870331" y="1996279"/>
            <a:ext cx="4164376" cy="1227761"/>
          </a:xfrm>
          <a:prstGeom prst="roundRect">
            <a:avLst/>
          </a:prstGeom>
          <a:solidFill>
            <a:srgbClr val="D4191C">
              <a:alpha val="5882"/>
            </a:srgbClr>
          </a:solidFill>
          <a:ln w="15240">
            <a:noFill/>
            <a:prstDash val="solid"/>
          </a:ln>
        </p:spPr>
        <p:txBody>
          <a:bodyPr anchor="ctr"/>
          <a:lstStyle/>
          <a:p>
            <a:pPr algn="ctr"/>
            <a:endParaRPr lang="en-US" sz="2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9424B2D-1B68-55AC-755A-7A5F5EEE8909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E27821-2FEC-0995-B9BE-2BEFD81AE6C3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8">
            <a:extLst>
              <a:ext uri="{FF2B5EF4-FFF2-40B4-BE49-F238E27FC236}">
                <a16:creationId xmlns:a16="http://schemas.microsoft.com/office/drawing/2014/main" id="{A40BA46F-0D61-4775-5270-0EB88FB0D445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3" name="Text 20">
            <a:extLst>
              <a:ext uri="{FF2B5EF4-FFF2-40B4-BE49-F238E27FC236}">
                <a16:creationId xmlns:a16="http://schemas.microsoft.com/office/drawing/2014/main" id="{AFEC31DB-BE2F-DB7C-C6FC-A9E5DC056390}"/>
              </a:ext>
            </a:extLst>
          </p:cNvPr>
          <p:cNvSpPr/>
          <p:nvPr/>
        </p:nvSpPr>
        <p:spPr>
          <a:xfrm>
            <a:off x="3649995" y="37276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1.58</a:t>
            </a:r>
            <a:endParaRPr lang="en-US" sz="1400" dirty="0"/>
          </a:p>
        </p:txBody>
      </p:sp>
      <p:sp>
        <p:nvSpPr>
          <p:cNvPr id="154" name="Text 21">
            <a:extLst>
              <a:ext uri="{FF2B5EF4-FFF2-40B4-BE49-F238E27FC236}">
                <a16:creationId xmlns:a16="http://schemas.microsoft.com/office/drawing/2014/main" id="{EEC46F2C-F327-2B22-E9AE-0B7D5A43730D}"/>
              </a:ext>
            </a:extLst>
          </p:cNvPr>
          <p:cNvSpPr/>
          <p:nvPr/>
        </p:nvSpPr>
        <p:spPr>
          <a:xfrm>
            <a:off x="4655835" y="37276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-0.52</a:t>
            </a:r>
            <a:endParaRPr lang="en-US" sz="1400" dirty="0"/>
          </a:p>
        </p:txBody>
      </p:sp>
      <p:sp>
        <p:nvSpPr>
          <p:cNvPr id="146" name="Text 13">
            <a:extLst>
              <a:ext uri="{FF2B5EF4-FFF2-40B4-BE49-F238E27FC236}">
                <a16:creationId xmlns:a16="http://schemas.microsoft.com/office/drawing/2014/main" id="{3EB6B966-E088-863E-2733-141D7057ABD5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E662E885-1984-B051-FB3D-AFB73FDE8969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CC41371-E036-D108-B3FF-405A76A38A3B}"/>
              </a:ext>
            </a:extLst>
          </p:cNvPr>
          <p:cNvGrpSpPr/>
          <p:nvPr/>
        </p:nvGrpSpPr>
        <p:grpSpPr>
          <a:xfrm>
            <a:off x="678195" y="3316168"/>
            <a:ext cx="2971800" cy="3483864"/>
            <a:chOff x="590059" y="3054512"/>
            <a:chExt cx="2971800" cy="3483864"/>
          </a:xfrm>
        </p:grpSpPr>
        <p:sp>
          <p:nvSpPr>
            <p:cNvPr id="142" name="Text 9">
              <a:extLst>
                <a:ext uri="{FF2B5EF4-FFF2-40B4-BE49-F238E27FC236}">
                  <a16:creationId xmlns:a16="http://schemas.microsoft.com/office/drawing/2014/main" id="{14063804-F196-5BB6-79BC-2EB4854C78CB}"/>
                </a:ext>
              </a:extLst>
            </p:cNvPr>
            <p:cNvSpPr/>
            <p:nvPr/>
          </p:nvSpPr>
          <p:spPr>
            <a:xfrm>
              <a:off x="590059" y="305451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/>
            </a:p>
          </p:txBody>
        </p:sp>
        <p:sp>
          <p:nvSpPr>
            <p:cNvPr id="143" name="Text 10">
              <a:extLst>
                <a:ext uri="{FF2B5EF4-FFF2-40B4-BE49-F238E27FC236}">
                  <a16:creationId xmlns:a16="http://schemas.microsoft.com/office/drawing/2014/main" id="{CC17DB1E-D3B6-76A5-DC45-C8FCB9CA7364}"/>
                </a:ext>
              </a:extLst>
            </p:cNvPr>
            <p:cNvSpPr/>
            <p:nvPr/>
          </p:nvSpPr>
          <p:spPr>
            <a:xfrm>
              <a:off x="1001539" y="3054512"/>
              <a:ext cx="594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#</a:t>
              </a:r>
              <a:endParaRPr lang="en-US" sz="1600" dirty="0"/>
            </a:p>
          </p:txBody>
        </p:sp>
        <p:sp>
          <p:nvSpPr>
            <p:cNvPr id="144" name="Text 11">
              <a:extLst>
                <a:ext uri="{FF2B5EF4-FFF2-40B4-BE49-F238E27FC236}">
                  <a16:creationId xmlns:a16="http://schemas.microsoft.com/office/drawing/2014/main" id="{F3007EB9-8645-7F96-056D-5729496510DB}"/>
                </a:ext>
              </a:extLst>
            </p:cNvPr>
            <p:cNvSpPr/>
            <p:nvPr/>
          </p:nvSpPr>
          <p:spPr>
            <a:xfrm>
              <a:off x="1595899" y="3054512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weeks</a:t>
              </a:r>
              <a:endParaRPr lang="en-US" sz="1600" dirty="0"/>
            </a:p>
          </p:txBody>
        </p:sp>
        <p:sp>
          <p:nvSpPr>
            <p:cNvPr id="145" name="Text 12">
              <a:extLst>
                <a:ext uri="{FF2B5EF4-FFF2-40B4-BE49-F238E27FC236}">
                  <a16:creationId xmlns:a16="http://schemas.microsoft.com/office/drawing/2014/main" id="{63FBC7E3-53E7-37CF-708F-D89697AA420F}"/>
                </a:ext>
              </a:extLst>
            </p:cNvPr>
            <p:cNvSpPr/>
            <p:nvPr/>
          </p:nvSpPr>
          <p:spPr>
            <a:xfrm>
              <a:off x="2510299" y="3054512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weight</a:t>
              </a:r>
              <a:endParaRPr lang="en-US" sz="1600" dirty="0"/>
            </a:p>
          </p:txBody>
        </p:sp>
        <p:sp>
          <p:nvSpPr>
            <p:cNvPr id="149" name="Shape 16">
              <a:extLst>
                <a:ext uri="{FF2B5EF4-FFF2-40B4-BE49-F238E27FC236}">
                  <a16:creationId xmlns:a16="http://schemas.microsoft.com/office/drawing/2014/main" id="{0B35E7CF-76BE-C64F-3FFF-3747E9D7F50A}"/>
                </a:ext>
              </a:extLst>
            </p:cNvPr>
            <p:cNvSpPr/>
            <p:nvPr/>
          </p:nvSpPr>
          <p:spPr>
            <a:xfrm>
              <a:off x="681499" y="3557432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0" name="Text 17">
              <a:extLst>
                <a:ext uri="{FF2B5EF4-FFF2-40B4-BE49-F238E27FC236}">
                  <a16:creationId xmlns:a16="http://schemas.microsoft.com/office/drawing/2014/main" id="{BA353B62-A8D3-72E8-5773-F0D7DA57D9E6}"/>
                </a:ext>
              </a:extLst>
            </p:cNvPr>
            <p:cNvSpPr/>
            <p:nvPr/>
          </p:nvSpPr>
          <p:spPr>
            <a:xfrm>
              <a:off x="1001539" y="34659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51" name="Text 18">
              <a:extLst>
                <a:ext uri="{FF2B5EF4-FFF2-40B4-BE49-F238E27FC236}">
                  <a16:creationId xmlns:a16="http://schemas.microsoft.com/office/drawing/2014/main" id="{99A71E11-3F4E-2BD7-65F8-3A1EEE1D76B2}"/>
                </a:ext>
              </a:extLst>
            </p:cNvPr>
            <p:cNvSpPr/>
            <p:nvPr/>
          </p:nvSpPr>
          <p:spPr>
            <a:xfrm>
              <a:off x="1595899" y="34659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2" name="Text 19">
              <a:extLst>
                <a:ext uri="{FF2B5EF4-FFF2-40B4-BE49-F238E27FC236}">
                  <a16:creationId xmlns:a16="http://schemas.microsoft.com/office/drawing/2014/main" id="{48FAD8F2-627F-8BF9-BA2D-B5533B845835}"/>
                </a:ext>
              </a:extLst>
            </p:cNvPr>
            <p:cNvSpPr/>
            <p:nvPr/>
          </p:nvSpPr>
          <p:spPr>
            <a:xfrm>
              <a:off x="2510299" y="34659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1008DC3B-8879-E296-740A-9279E07DC040}"/>
                </a:ext>
              </a:extLst>
            </p:cNvPr>
            <p:cNvSpPr/>
            <p:nvPr/>
          </p:nvSpPr>
          <p:spPr>
            <a:xfrm>
              <a:off x="681499" y="3941480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6" name="Text 23">
              <a:extLst>
                <a:ext uri="{FF2B5EF4-FFF2-40B4-BE49-F238E27FC236}">
                  <a16:creationId xmlns:a16="http://schemas.microsoft.com/office/drawing/2014/main" id="{514A2410-A50C-60A4-73CB-B429FFF30D38}"/>
                </a:ext>
              </a:extLst>
            </p:cNvPr>
            <p:cNvSpPr/>
            <p:nvPr/>
          </p:nvSpPr>
          <p:spPr>
            <a:xfrm>
              <a:off x="1001539" y="38500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57" name="Text 24">
              <a:extLst>
                <a:ext uri="{FF2B5EF4-FFF2-40B4-BE49-F238E27FC236}">
                  <a16:creationId xmlns:a16="http://schemas.microsoft.com/office/drawing/2014/main" id="{423C79DB-1371-8787-04F0-5343B2189D76}"/>
                </a:ext>
              </a:extLst>
            </p:cNvPr>
            <p:cNvSpPr/>
            <p:nvPr/>
          </p:nvSpPr>
          <p:spPr>
            <a:xfrm>
              <a:off x="1595899" y="38500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8" name="Text 25">
              <a:extLst>
                <a:ext uri="{FF2B5EF4-FFF2-40B4-BE49-F238E27FC236}">
                  <a16:creationId xmlns:a16="http://schemas.microsoft.com/office/drawing/2014/main" id="{172C07E0-2EB3-06CA-FF52-7D5CCD898564}"/>
                </a:ext>
              </a:extLst>
            </p:cNvPr>
            <p:cNvSpPr/>
            <p:nvPr/>
          </p:nvSpPr>
          <p:spPr>
            <a:xfrm>
              <a:off x="2510299" y="38500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162" name="Shape 29">
              <a:extLst>
                <a:ext uri="{FF2B5EF4-FFF2-40B4-BE49-F238E27FC236}">
                  <a16:creationId xmlns:a16="http://schemas.microsoft.com/office/drawing/2014/main" id="{6F861A00-A70A-0F2F-4782-D613D239C1E3}"/>
                </a:ext>
              </a:extLst>
            </p:cNvPr>
            <p:cNvSpPr/>
            <p:nvPr/>
          </p:nvSpPr>
          <p:spPr>
            <a:xfrm>
              <a:off x="681499" y="4325528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3" name="Text 30">
              <a:extLst>
                <a:ext uri="{FF2B5EF4-FFF2-40B4-BE49-F238E27FC236}">
                  <a16:creationId xmlns:a16="http://schemas.microsoft.com/office/drawing/2014/main" id="{96C3B3D2-3F7E-D7C4-9CED-4F482AD97E5D}"/>
                </a:ext>
              </a:extLst>
            </p:cNvPr>
            <p:cNvSpPr/>
            <p:nvPr/>
          </p:nvSpPr>
          <p:spPr>
            <a:xfrm>
              <a:off x="1001539" y="42340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64" name="Text 31">
              <a:extLst>
                <a:ext uri="{FF2B5EF4-FFF2-40B4-BE49-F238E27FC236}">
                  <a16:creationId xmlns:a16="http://schemas.microsoft.com/office/drawing/2014/main" id="{F326C3E4-12B8-DFB6-CE56-66D1134610CF}"/>
                </a:ext>
              </a:extLst>
            </p:cNvPr>
            <p:cNvSpPr/>
            <p:nvPr/>
          </p:nvSpPr>
          <p:spPr>
            <a:xfrm>
              <a:off x="1595899" y="42340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165" name="Text 32">
              <a:extLst>
                <a:ext uri="{FF2B5EF4-FFF2-40B4-BE49-F238E27FC236}">
                  <a16:creationId xmlns:a16="http://schemas.microsoft.com/office/drawing/2014/main" id="{0638D36C-B99B-C047-EAFB-07DE3B8B11CB}"/>
                </a:ext>
              </a:extLst>
            </p:cNvPr>
            <p:cNvSpPr/>
            <p:nvPr/>
          </p:nvSpPr>
          <p:spPr>
            <a:xfrm>
              <a:off x="2510299" y="42340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168" name="Shape 35">
              <a:extLst>
                <a:ext uri="{FF2B5EF4-FFF2-40B4-BE49-F238E27FC236}">
                  <a16:creationId xmlns:a16="http://schemas.microsoft.com/office/drawing/2014/main" id="{A6F9FAF2-F1ED-66FF-5D82-A14F027AF448}"/>
                </a:ext>
              </a:extLst>
            </p:cNvPr>
            <p:cNvSpPr/>
            <p:nvPr/>
          </p:nvSpPr>
          <p:spPr>
            <a:xfrm>
              <a:off x="681499" y="4709576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9" name="Text 36">
              <a:extLst>
                <a:ext uri="{FF2B5EF4-FFF2-40B4-BE49-F238E27FC236}">
                  <a16:creationId xmlns:a16="http://schemas.microsoft.com/office/drawing/2014/main" id="{D1DD44A5-C127-7BE7-3B51-E359BA6F23B0}"/>
                </a:ext>
              </a:extLst>
            </p:cNvPr>
            <p:cNvSpPr/>
            <p:nvPr/>
          </p:nvSpPr>
          <p:spPr>
            <a:xfrm>
              <a:off x="1001539" y="46181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170" name="Text 37">
              <a:extLst>
                <a:ext uri="{FF2B5EF4-FFF2-40B4-BE49-F238E27FC236}">
                  <a16:creationId xmlns:a16="http://schemas.microsoft.com/office/drawing/2014/main" id="{174E6BED-BCB4-A782-5446-1306076D17AE}"/>
                </a:ext>
              </a:extLst>
            </p:cNvPr>
            <p:cNvSpPr/>
            <p:nvPr/>
          </p:nvSpPr>
          <p:spPr>
            <a:xfrm>
              <a:off x="1595899" y="46181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171" name="Text 38">
              <a:extLst>
                <a:ext uri="{FF2B5EF4-FFF2-40B4-BE49-F238E27FC236}">
                  <a16:creationId xmlns:a16="http://schemas.microsoft.com/office/drawing/2014/main" id="{D257DBA7-5966-8E64-336E-BE71EF00A9AB}"/>
                </a:ext>
              </a:extLst>
            </p:cNvPr>
            <p:cNvSpPr/>
            <p:nvPr/>
          </p:nvSpPr>
          <p:spPr>
            <a:xfrm>
              <a:off x="2510299" y="46181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175" name="Shape 42">
              <a:extLst>
                <a:ext uri="{FF2B5EF4-FFF2-40B4-BE49-F238E27FC236}">
                  <a16:creationId xmlns:a16="http://schemas.microsoft.com/office/drawing/2014/main" id="{64AA16CC-C768-43F0-2E1E-E219072A1D7D}"/>
                </a:ext>
              </a:extLst>
            </p:cNvPr>
            <p:cNvSpPr/>
            <p:nvPr/>
          </p:nvSpPr>
          <p:spPr>
            <a:xfrm>
              <a:off x="681499" y="5093624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6" name="Text 43">
              <a:extLst>
                <a:ext uri="{FF2B5EF4-FFF2-40B4-BE49-F238E27FC236}">
                  <a16:creationId xmlns:a16="http://schemas.microsoft.com/office/drawing/2014/main" id="{FAA9A3F2-C58F-CD98-75FD-FE05F4DC6168}"/>
                </a:ext>
              </a:extLst>
            </p:cNvPr>
            <p:cNvSpPr/>
            <p:nvPr/>
          </p:nvSpPr>
          <p:spPr>
            <a:xfrm>
              <a:off x="1001539" y="50021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177" name="Text 44">
              <a:extLst>
                <a:ext uri="{FF2B5EF4-FFF2-40B4-BE49-F238E27FC236}">
                  <a16:creationId xmlns:a16="http://schemas.microsoft.com/office/drawing/2014/main" id="{E8523423-A0E6-FB39-060B-BDD59F81A880}"/>
                </a:ext>
              </a:extLst>
            </p:cNvPr>
            <p:cNvSpPr/>
            <p:nvPr/>
          </p:nvSpPr>
          <p:spPr>
            <a:xfrm>
              <a:off x="1595899" y="50021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178" name="Text 45">
              <a:extLst>
                <a:ext uri="{FF2B5EF4-FFF2-40B4-BE49-F238E27FC236}">
                  <a16:creationId xmlns:a16="http://schemas.microsoft.com/office/drawing/2014/main" id="{E37E7868-FA1E-3DDF-C0E4-FD0BB5E633ED}"/>
                </a:ext>
              </a:extLst>
            </p:cNvPr>
            <p:cNvSpPr/>
            <p:nvPr/>
          </p:nvSpPr>
          <p:spPr>
            <a:xfrm>
              <a:off x="2510299" y="50021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181" name="Shape 48">
              <a:extLst>
                <a:ext uri="{FF2B5EF4-FFF2-40B4-BE49-F238E27FC236}">
                  <a16:creationId xmlns:a16="http://schemas.microsoft.com/office/drawing/2014/main" id="{EED81349-20F6-424B-B7D1-5C016D9758E1}"/>
                </a:ext>
              </a:extLst>
            </p:cNvPr>
            <p:cNvSpPr/>
            <p:nvPr/>
          </p:nvSpPr>
          <p:spPr>
            <a:xfrm>
              <a:off x="681499" y="5477672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2" name="Text 49">
              <a:extLst>
                <a:ext uri="{FF2B5EF4-FFF2-40B4-BE49-F238E27FC236}">
                  <a16:creationId xmlns:a16="http://schemas.microsoft.com/office/drawing/2014/main" id="{5FA55AE7-F47E-6C7F-8920-303B8020C6EB}"/>
                </a:ext>
              </a:extLst>
            </p:cNvPr>
            <p:cNvSpPr/>
            <p:nvPr/>
          </p:nvSpPr>
          <p:spPr>
            <a:xfrm>
              <a:off x="1001539" y="538623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83" name="Text 50">
              <a:extLst>
                <a:ext uri="{FF2B5EF4-FFF2-40B4-BE49-F238E27FC236}">
                  <a16:creationId xmlns:a16="http://schemas.microsoft.com/office/drawing/2014/main" id="{EA65A788-1481-A55D-CE99-F4897D3BDE13}"/>
                </a:ext>
              </a:extLst>
            </p:cNvPr>
            <p:cNvSpPr/>
            <p:nvPr/>
          </p:nvSpPr>
          <p:spPr>
            <a:xfrm>
              <a:off x="1595899" y="538623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84" name="Text 51">
              <a:extLst>
                <a:ext uri="{FF2B5EF4-FFF2-40B4-BE49-F238E27FC236}">
                  <a16:creationId xmlns:a16="http://schemas.microsoft.com/office/drawing/2014/main" id="{FD22468A-6ACA-3D0B-2FC1-033B6912F6F3}"/>
                </a:ext>
              </a:extLst>
            </p:cNvPr>
            <p:cNvSpPr/>
            <p:nvPr/>
          </p:nvSpPr>
          <p:spPr>
            <a:xfrm>
              <a:off x="2510299" y="538623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8849518C-A7E0-F384-B762-2DEB7DCFF4BB}"/>
                </a:ext>
              </a:extLst>
            </p:cNvPr>
            <p:cNvSpPr/>
            <p:nvPr/>
          </p:nvSpPr>
          <p:spPr>
            <a:xfrm>
              <a:off x="681499" y="5861720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9" name="Text 56">
              <a:extLst>
                <a:ext uri="{FF2B5EF4-FFF2-40B4-BE49-F238E27FC236}">
                  <a16:creationId xmlns:a16="http://schemas.microsoft.com/office/drawing/2014/main" id="{E7A4A3BB-DE58-2A6C-9BA5-4C05D9388CFB}"/>
                </a:ext>
              </a:extLst>
            </p:cNvPr>
            <p:cNvSpPr/>
            <p:nvPr/>
          </p:nvSpPr>
          <p:spPr>
            <a:xfrm>
              <a:off x="1001539" y="577028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90" name="Text 57">
              <a:extLst>
                <a:ext uri="{FF2B5EF4-FFF2-40B4-BE49-F238E27FC236}">
                  <a16:creationId xmlns:a16="http://schemas.microsoft.com/office/drawing/2014/main" id="{A17FD60B-1D4B-08D1-B0B2-DD68C82700BE}"/>
                </a:ext>
              </a:extLst>
            </p:cNvPr>
            <p:cNvSpPr/>
            <p:nvPr/>
          </p:nvSpPr>
          <p:spPr>
            <a:xfrm>
              <a:off x="1595899" y="577028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1" name="Text 58">
              <a:extLst>
                <a:ext uri="{FF2B5EF4-FFF2-40B4-BE49-F238E27FC236}">
                  <a16:creationId xmlns:a16="http://schemas.microsoft.com/office/drawing/2014/main" id="{223190F3-8A75-68D9-EF9C-41276A0B21A1}"/>
                </a:ext>
              </a:extLst>
            </p:cNvPr>
            <p:cNvSpPr/>
            <p:nvPr/>
          </p:nvSpPr>
          <p:spPr>
            <a:xfrm>
              <a:off x="2510299" y="577028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4" name="Shape 61">
              <a:extLst>
                <a:ext uri="{FF2B5EF4-FFF2-40B4-BE49-F238E27FC236}">
                  <a16:creationId xmlns:a16="http://schemas.microsoft.com/office/drawing/2014/main" id="{80B9B600-3BB9-B1CA-6988-1BDBA8D2BE66}"/>
                </a:ext>
              </a:extLst>
            </p:cNvPr>
            <p:cNvSpPr/>
            <p:nvPr/>
          </p:nvSpPr>
          <p:spPr>
            <a:xfrm>
              <a:off x="681499" y="6245768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5" name="Text 62">
              <a:extLst>
                <a:ext uri="{FF2B5EF4-FFF2-40B4-BE49-F238E27FC236}">
                  <a16:creationId xmlns:a16="http://schemas.microsoft.com/office/drawing/2014/main" id="{0AD3111B-9DD5-718F-4F15-DE8F39D7F5CD}"/>
                </a:ext>
              </a:extLst>
            </p:cNvPr>
            <p:cNvSpPr/>
            <p:nvPr/>
          </p:nvSpPr>
          <p:spPr>
            <a:xfrm>
              <a:off x="1001539" y="615432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6" name="Text 63">
              <a:extLst>
                <a:ext uri="{FF2B5EF4-FFF2-40B4-BE49-F238E27FC236}">
                  <a16:creationId xmlns:a16="http://schemas.microsoft.com/office/drawing/2014/main" id="{199AB42D-5003-C395-87A0-61C902C2DA32}"/>
                </a:ext>
              </a:extLst>
            </p:cNvPr>
            <p:cNvSpPr/>
            <p:nvPr/>
          </p:nvSpPr>
          <p:spPr>
            <a:xfrm>
              <a:off x="1595899" y="615432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7" name="Text 64">
              <a:extLst>
                <a:ext uri="{FF2B5EF4-FFF2-40B4-BE49-F238E27FC236}">
                  <a16:creationId xmlns:a16="http://schemas.microsoft.com/office/drawing/2014/main" id="{FF5ECF7A-3E33-AC33-865E-4AC78B5F27ED}"/>
                </a:ext>
              </a:extLst>
            </p:cNvPr>
            <p:cNvSpPr/>
            <p:nvPr/>
          </p:nvSpPr>
          <p:spPr>
            <a:xfrm>
              <a:off x="2510299" y="615432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83EAC59A-115E-7D0B-F0B8-682D796F4992}"/>
              </a:ext>
            </a:extLst>
          </p:cNvPr>
          <p:cNvGrpSpPr/>
          <p:nvPr/>
        </p:nvGrpSpPr>
        <p:grpSpPr>
          <a:xfrm>
            <a:off x="3649995" y="4111696"/>
            <a:ext cx="2331720" cy="2688336"/>
            <a:chOff x="3649995" y="4111696"/>
            <a:chExt cx="2331720" cy="2688336"/>
          </a:xfrm>
        </p:grpSpPr>
        <p:sp>
          <p:nvSpPr>
            <p:cNvPr id="159" name="Text 26">
              <a:extLst>
                <a:ext uri="{FF2B5EF4-FFF2-40B4-BE49-F238E27FC236}">
                  <a16:creationId xmlns:a16="http://schemas.microsoft.com/office/drawing/2014/main" id="{A93266CE-1BE5-7366-FD16-2B5F69AC6CE4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60" name="Text 27">
              <a:extLst>
                <a:ext uri="{FF2B5EF4-FFF2-40B4-BE49-F238E27FC236}">
                  <a16:creationId xmlns:a16="http://schemas.microsoft.com/office/drawing/2014/main" id="{B63BE9D0-15FB-6C4D-E243-A90779913375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  <p:sp>
          <p:nvSpPr>
            <p:cNvPr id="166" name="Text 33">
              <a:extLst>
                <a:ext uri="{FF2B5EF4-FFF2-40B4-BE49-F238E27FC236}">
                  <a16:creationId xmlns:a16="http://schemas.microsoft.com/office/drawing/2014/main" id="{67596BE9-F128-83B9-4F30-4A06B772B9B8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167" name="Text 34">
              <a:extLst>
                <a:ext uri="{FF2B5EF4-FFF2-40B4-BE49-F238E27FC236}">
                  <a16:creationId xmlns:a16="http://schemas.microsoft.com/office/drawing/2014/main" id="{CD25A694-CCD6-7C94-DD29-E2EE861E4ADD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376B1E63-D7C9-AF7F-CCC0-DF20C9CEDD53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173" name="Text 40">
              <a:extLst>
                <a:ext uri="{FF2B5EF4-FFF2-40B4-BE49-F238E27FC236}">
                  <a16:creationId xmlns:a16="http://schemas.microsoft.com/office/drawing/2014/main" id="{1802D141-D7AA-744A-FFC9-FD070743529A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  <p:sp>
          <p:nvSpPr>
            <p:cNvPr id="179" name="Text 46">
              <a:extLst>
                <a:ext uri="{FF2B5EF4-FFF2-40B4-BE49-F238E27FC236}">
                  <a16:creationId xmlns:a16="http://schemas.microsoft.com/office/drawing/2014/main" id="{498BF9D9-0CA0-EAF8-4E15-7AB1CB0D7FBD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180" name="Text 47">
              <a:extLst>
                <a:ext uri="{FF2B5EF4-FFF2-40B4-BE49-F238E27FC236}">
                  <a16:creationId xmlns:a16="http://schemas.microsoft.com/office/drawing/2014/main" id="{7FD70BE2-67E0-1196-60E0-F2F110D16305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  <p:sp>
          <p:nvSpPr>
            <p:cNvPr id="185" name="Text 52">
              <a:extLst>
                <a:ext uri="{FF2B5EF4-FFF2-40B4-BE49-F238E27FC236}">
                  <a16:creationId xmlns:a16="http://schemas.microsoft.com/office/drawing/2014/main" id="{26884218-792F-5482-9F73-34CCF32892AD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86" name="Text 53">
              <a:extLst>
                <a:ext uri="{FF2B5EF4-FFF2-40B4-BE49-F238E27FC236}">
                  <a16:creationId xmlns:a16="http://schemas.microsoft.com/office/drawing/2014/main" id="{E284C74D-90A7-9043-0E38-6E8A10EEA9C6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0155404F-49D9-A419-22AC-1856442212BD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39691136-91DB-2084-143C-A3BE3304FDB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  <p:sp>
          <p:nvSpPr>
            <p:cNvPr id="198" name="Text 65">
              <a:extLst>
                <a:ext uri="{FF2B5EF4-FFF2-40B4-BE49-F238E27FC236}">
                  <a16:creationId xmlns:a16="http://schemas.microsoft.com/office/drawing/2014/main" id="{22D5A775-1A06-AB33-FA82-15BDBEFBF341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9" name="Text 66">
              <a:extLst>
                <a:ext uri="{FF2B5EF4-FFF2-40B4-BE49-F238E27FC236}">
                  <a16:creationId xmlns:a16="http://schemas.microsoft.com/office/drawing/2014/main" id="{E8566332-F4E7-9BAE-0903-44F4DC19D185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2" name="Text 3">
            <a:extLst>
              <a:ext uri="{FF2B5EF4-FFF2-40B4-BE49-F238E27FC236}">
                <a16:creationId xmlns:a16="http://schemas.microsoft.com/office/drawing/2014/main" id="{C32E1278-7214-801C-A9BC-E72377B4E80E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4D091090-881D-96D7-8E09-27EB8A858ED4}"/>
              </a:ext>
            </a:extLst>
          </p:cNvPr>
          <p:cNvSpPr/>
          <p:nvPr/>
        </p:nvSpPr>
        <p:spPr>
          <a:xfrm>
            <a:off x="6777611" y="4298725"/>
            <a:ext cx="4877542" cy="1893428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residuals matter</a:t>
            </a:r>
            <a:endParaRPr lang="en-US" sz="1600" b="1" dirty="0"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Best Fit: 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Regression line is calculated by minimizing the sum of squared residuals</a:t>
            </a:r>
            <a:endParaRPr lang="en-US" sz="1600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Model Accuracy: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 Leftover residuals indicate the "error" or unexplained variation in the model.</a:t>
            </a:r>
          </a:p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Assumptions: 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We use residual plots to check if a linear model is appropriate</a:t>
            </a: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B83A140-215D-6378-0ADF-BD8AB882BB05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203" name="Shape 4">
              <a:extLst>
                <a:ext uri="{FF2B5EF4-FFF2-40B4-BE49-F238E27FC236}">
                  <a16:creationId xmlns:a16="http://schemas.microsoft.com/office/drawing/2014/main" id="{D0047560-F416-984E-22C6-8F26146D4123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206" name="Text 6">
              <a:extLst>
                <a:ext uri="{FF2B5EF4-FFF2-40B4-BE49-F238E27FC236}">
                  <a16:creationId xmlns:a16="http://schemas.microsoft.com/office/drawing/2014/main" id="{4C8188B0-6C69-9814-6DB9-08E6D117D419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130" name="SlopeArrow">
            <a:extLst>
              <a:ext uri="{FF2B5EF4-FFF2-40B4-BE49-F238E27FC236}">
                <a16:creationId xmlns:a16="http://schemas.microsoft.com/office/drawing/2014/main" id="{5F6246B4-D5D2-0603-317D-A3ED833B176A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7037CB54-2ED7-D48A-E8B0-B863D13B4256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366D6BD-2A25-E5AC-6032-CC7E91620835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9D282898-9E09-0764-9644-E6309EAE9926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3A669E90-92DF-2645-8F73-5311FAABCD3F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7A5122CD-299E-002B-4CA8-7776F830D2A4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DA3F84AD-9D53-EB91-9DC1-896E82AED29D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83E5D8A8-5D91-EA3A-5A06-E59D92A81504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867CA351-D8CF-F0D5-CB4B-FBF0991816D0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0952B68C-3FF0-FE3A-D454-167ECAE97045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3233367A-CDC4-7A9F-8E8D-71FB6B51399E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8BFE0796-E16B-202D-1380-C270BD467C37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B3F503E2-57B2-A23D-AF95-654D978923D2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D2E22F51-A257-7BC7-3B69-A4FF8C2CA57F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49B43FE1-CF9E-1B80-ECDA-B66A762AA2B6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137D35AE-5681-3F5C-97C4-92D2FBD7D948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354C3B72-ECA7-E9B8-A6AD-2EDAE05A479A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BF8F1544-B42D-C520-EC95-2E274D6E11D9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4E0BFE20-D26C-D061-D561-B889DC27A952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5DF8A1C6-F055-539F-D2C8-1CCA56FC37CB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EEF28D3A-D469-1D44-C63F-9C7F9823FAE9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0CDB70D7-0D43-2902-6B43-F068F0A8E646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C5DB8815-9D4B-28F6-C173-964D14333017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6C4CBF81-A419-8934-20F3-108A1FC2300F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2CCE80A0-8530-02CF-B28A-879ED3D045A8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41BCA9C9-805F-F35A-A0D9-379F2C4BFF1E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07497960-52BB-3FCB-C5AF-34AA15D88D07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EA221C3E-005B-A48E-E82B-DCBC6FD8A31C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8FAFFB68-C9BF-06FC-CF02-D9DB09FB46D0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E0CAE881-4CF6-51E3-680E-0D3E703300D7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D6CA9FAC-DA6C-0EB0-1358-EF10C1848828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ED986F9B-CC96-05E4-3204-E7E31F6C9B45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D1C5FE16-5B89-A00D-01EE-201D6DA59B79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6EC4D953-696D-E0D2-1F88-E9CEF417C3BB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7" name="Shape 39">
              <a:extLst>
                <a:ext uri="{FF2B5EF4-FFF2-40B4-BE49-F238E27FC236}">
                  <a16:creationId xmlns:a16="http://schemas.microsoft.com/office/drawing/2014/main" id="{379F335A-0A2E-38AB-1491-42390F5819FB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40">
              <a:extLst>
                <a:ext uri="{FF2B5EF4-FFF2-40B4-BE49-F238E27FC236}">
                  <a16:creationId xmlns:a16="http://schemas.microsoft.com/office/drawing/2014/main" id="{5A202BFD-A93B-5772-9CC0-7A52C3265D8D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9" name="Shape 41">
              <a:extLst>
                <a:ext uri="{FF2B5EF4-FFF2-40B4-BE49-F238E27FC236}">
                  <a16:creationId xmlns:a16="http://schemas.microsoft.com/office/drawing/2014/main" id="{97755544-C709-C8E8-6D5B-6D6A2CEAF202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Text 42">
              <a:extLst>
                <a:ext uri="{FF2B5EF4-FFF2-40B4-BE49-F238E27FC236}">
                  <a16:creationId xmlns:a16="http://schemas.microsoft.com/office/drawing/2014/main" id="{ED1F08AF-E2E4-7314-7220-FB5203052AD9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41" name="Text 43">
              <a:extLst>
                <a:ext uri="{FF2B5EF4-FFF2-40B4-BE49-F238E27FC236}">
                  <a16:creationId xmlns:a16="http://schemas.microsoft.com/office/drawing/2014/main" id="{7C7D2F45-332C-6EB0-90D6-628BCF51C80E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E3A690E8-2032-A123-EDFF-19E16C138631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44" name="Shape 46">
              <a:extLst>
                <a:ext uri="{FF2B5EF4-FFF2-40B4-BE49-F238E27FC236}">
                  <a16:creationId xmlns:a16="http://schemas.microsoft.com/office/drawing/2014/main" id="{FE445DD9-8CA5-D99F-9F7D-92405F9D2B7B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Text 47">
              <a:extLst>
                <a:ext uri="{FF2B5EF4-FFF2-40B4-BE49-F238E27FC236}">
                  <a16:creationId xmlns:a16="http://schemas.microsoft.com/office/drawing/2014/main" id="{415EBC04-C990-E27D-E155-05F2808D1B47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46" name="Shape 48">
              <a:extLst>
                <a:ext uri="{FF2B5EF4-FFF2-40B4-BE49-F238E27FC236}">
                  <a16:creationId xmlns:a16="http://schemas.microsoft.com/office/drawing/2014/main" id="{35EB92C7-E2E6-4201-8D03-A1EC2C9C0483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E25C256C-0E0C-860F-5A3D-08AD44B8C74B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48" name="Shape 50">
              <a:extLst>
                <a:ext uri="{FF2B5EF4-FFF2-40B4-BE49-F238E27FC236}">
                  <a16:creationId xmlns:a16="http://schemas.microsoft.com/office/drawing/2014/main" id="{A24D8FD6-FA60-4891-D287-AB150CA57642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51">
              <a:extLst>
                <a:ext uri="{FF2B5EF4-FFF2-40B4-BE49-F238E27FC236}">
                  <a16:creationId xmlns:a16="http://schemas.microsoft.com/office/drawing/2014/main" id="{A89DF062-5969-FE48-776C-08CCAC4E2197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50" name="Shape 52">
              <a:extLst>
                <a:ext uri="{FF2B5EF4-FFF2-40B4-BE49-F238E27FC236}">
                  <a16:creationId xmlns:a16="http://schemas.microsoft.com/office/drawing/2014/main" id="{BCE9C31B-9F26-BDFA-3AF1-A47D56BFAE6F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53">
              <a:extLst>
                <a:ext uri="{FF2B5EF4-FFF2-40B4-BE49-F238E27FC236}">
                  <a16:creationId xmlns:a16="http://schemas.microsoft.com/office/drawing/2014/main" id="{3BD1C9EF-85D1-784C-5EAA-80882F98D4D8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52" name="Shape 54">
              <a:extLst>
                <a:ext uri="{FF2B5EF4-FFF2-40B4-BE49-F238E27FC236}">
                  <a16:creationId xmlns:a16="http://schemas.microsoft.com/office/drawing/2014/main" id="{2272267C-2EE7-3E95-EB17-7C3F7EDD89D6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3" name="Text 55">
              <a:extLst>
                <a:ext uri="{FF2B5EF4-FFF2-40B4-BE49-F238E27FC236}">
                  <a16:creationId xmlns:a16="http://schemas.microsoft.com/office/drawing/2014/main" id="{AC7C6402-686A-C8EC-89E4-BF4ADB31C5C9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54" name="Shape 56">
              <a:extLst>
                <a:ext uri="{FF2B5EF4-FFF2-40B4-BE49-F238E27FC236}">
                  <a16:creationId xmlns:a16="http://schemas.microsoft.com/office/drawing/2014/main" id="{D89C5EBC-E850-02FC-436B-BED05A99BD1C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5" name="Text 57">
              <a:extLst>
                <a:ext uri="{FF2B5EF4-FFF2-40B4-BE49-F238E27FC236}">
                  <a16:creationId xmlns:a16="http://schemas.microsoft.com/office/drawing/2014/main" id="{40655D8A-97B9-1EE9-3344-70F810F091E5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56" name="Shape 58">
              <a:extLst>
                <a:ext uri="{FF2B5EF4-FFF2-40B4-BE49-F238E27FC236}">
                  <a16:creationId xmlns:a16="http://schemas.microsoft.com/office/drawing/2014/main" id="{01E61AE6-24A9-DBC6-1468-E683653B6B74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7" name="Text 59">
              <a:extLst>
                <a:ext uri="{FF2B5EF4-FFF2-40B4-BE49-F238E27FC236}">
                  <a16:creationId xmlns:a16="http://schemas.microsoft.com/office/drawing/2014/main" id="{CE2C53C3-1F5E-1D6E-ACD1-5B3A9D7ADCA2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58" name="Shape 60">
              <a:extLst>
                <a:ext uri="{FF2B5EF4-FFF2-40B4-BE49-F238E27FC236}">
                  <a16:creationId xmlns:a16="http://schemas.microsoft.com/office/drawing/2014/main" id="{B7DF8732-13C2-121D-5CB3-B44D57DEDD8F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9" name="Text 61">
              <a:extLst>
                <a:ext uri="{FF2B5EF4-FFF2-40B4-BE49-F238E27FC236}">
                  <a16:creationId xmlns:a16="http://schemas.microsoft.com/office/drawing/2014/main" id="{0D01D4F2-9110-59CB-BB9E-49C1C3AE3A94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3C529DC-020A-146B-7F88-997B5A4D02D6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60" name="Shape 48">
              <a:extLst>
                <a:ext uri="{FF2B5EF4-FFF2-40B4-BE49-F238E27FC236}">
                  <a16:creationId xmlns:a16="http://schemas.microsoft.com/office/drawing/2014/main" id="{46A7EDA0-C542-11CF-B7E0-20DA28252B7A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" name="Shape 48">
              <a:extLst>
                <a:ext uri="{FF2B5EF4-FFF2-40B4-BE49-F238E27FC236}">
                  <a16:creationId xmlns:a16="http://schemas.microsoft.com/office/drawing/2014/main" id="{B152CFC0-8C02-5A03-3D4C-B133E2E5F7C9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62" name="Shape 48">
              <a:extLst>
                <a:ext uri="{FF2B5EF4-FFF2-40B4-BE49-F238E27FC236}">
                  <a16:creationId xmlns:a16="http://schemas.microsoft.com/office/drawing/2014/main" id="{DCCC8234-1E9F-AE46-B571-7954ECACD96B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3" name="Shape 48">
              <a:extLst>
                <a:ext uri="{FF2B5EF4-FFF2-40B4-BE49-F238E27FC236}">
                  <a16:creationId xmlns:a16="http://schemas.microsoft.com/office/drawing/2014/main" id="{EE9B3AD9-4140-FB31-91F5-217C14D2C051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Shape 48">
              <a:extLst>
                <a:ext uri="{FF2B5EF4-FFF2-40B4-BE49-F238E27FC236}">
                  <a16:creationId xmlns:a16="http://schemas.microsoft.com/office/drawing/2014/main" id="{CFD1CB2C-2BF5-146E-7496-66B7C4703959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Shape 48">
              <a:extLst>
                <a:ext uri="{FF2B5EF4-FFF2-40B4-BE49-F238E27FC236}">
                  <a16:creationId xmlns:a16="http://schemas.microsoft.com/office/drawing/2014/main" id="{4B4F1E6F-D2B3-E07D-0D61-70997460370E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Shape 48">
              <a:extLst>
                <a:ext uri="{FF2B5EF4-FFF2-40B4-BE49-F238E27FC236}">
                  <a16:creationId xmlns:a16="http://schemas.microsoft.com/office/drawing/2014/main" id="{72BE016F-11A8-1837-A026-0C454B311462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1" name="Shape 48">
              <a:extLst>
                <a:ext uri="{FF2B5EF4-FFF2-40B4-BE49-F238E27FC236}">
                  <a16:creationId xmlns:a16="http://schemas.microsoft.com/office/drawing/2014/main" id="{9BE54961-10BD-9403-F918-75322A23E183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C1E7BB89-4315-0F99-9247-2701522C6D46}"/>
              </a:ext>
            </a:extLst>
          </p:cNvPr>
          <p:cNvSpPr txBox="1"/>
          <p:nvPr/>
        </p:nvSpPr>
        <p:spPr>
          <a:xfrm>
            <a:off x="1163847" y="2096480"/>
            <a:ext cx="3315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predicted</a:t>
            </a:r>
            <a:r>
              <a:rPr lang="en-US" sz="2000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-10.78 + 0.3863 (32)</a:t>
            </a:r>
            <a:endParaRPr lang="en-US" sz="2000" b="1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3B6F153-9E18-678B-A86F-F6C8E8827813}"/>
              </a:ext>
            </a:extLst>
          </p:cNvPr>
          <p:cNvSpPr txBox="1"/>
          <p:nvPr/>
        </p:nvSpPr>
        <p:spPr>
          <a:xfrm>
            <a:off x="2234827" y="240708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-10.78 + 12.361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6B08B30-738A-D5BA-6A0F-D8C9852AA180}"/>
              </a:ext>
            </a:extLst>
          </p:cNvPr>
          <p:cNvSpPr txBox="1"/>
          <p:nvPr/>
        </p:nvSpPr>
        <p:spPr>
          <a:xfrm>
            <a:off x="3919152" y="240425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1.58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8B500C0-DE6B-158F-800E-4E2C91AB06DA}"/>
              </a:ext>
            </a:extLst>
          </p:cNvPr>
          <p:cNvSpPr txBox="1"/>
          <p:nvPr/>
        </p:nvSpPr>
        <p:spPr>
          <a:xfrm>
            <a:off x="1307324" y="2776412"/>
            <a:ext cx="241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residual  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1.06 – 1.58</a:t>
            </a:r>
            <a:endParaRPr lang="en-US" sz="2000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A3D601D-4CCD-004F-C1A1-E32ED33859A1}"/>
              </a:ext>
            </a:extLst>
          </p:cNvPr>
          <p:cNvSpPr txBox="1"/>
          <p:nvPr/>
        </p:nvSpPr>
        <p:spPr>
          <a:xfrm>
            <a:off x="3625108" y="2786298"/>
            <a:ext cx="11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-0.52</a:t>
            </a:r>
            <a:endParaRPr lang="en-US" sz="2000" dirty="0"/>
          </a:p>
        </p:txBody>
      </p:sp>
      <p:sp>
        <p:nvSpPr>
          <p:cNvPr id="212" name="Text 3">
            <a:extLst>
              <a:ext uri="{FF2B5EF4-FFF2-40B4-BE49-F238E27FC236}">
                <a16:creationId xmlns:a16="http://schemas.microsoft.com/office/drawing/2014/main" id="{E4E857A4-FDB9-9A3A-3F16-23F922E27BCF}"/>
              </a:ext>
            </a:extLst>
          </p:cNvPr>
          <p:cNvSpPr/>
          <p:nvPr/>
        </p:nvSpPr>
        <p:spPr>
          <a:xfrm>
            <a:off x="837477" y="1944624"/>
            <a:ext cx="746387" cy="248271"/>
          </a:xfrm>
          <a:prstGeom prst="roundRect">
            <a:avLst/>
          </a:prstGeom>
          <a:solidFill>
            <a:srgbClr val="D4191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Example</a:t>
            </a:r>
          </a:p>
        </p:txBody>
      </p:sp>
      <p:sp>
        <p:nvSpPr>
          <p:cNvPr id="216" name="Text 2">
            <a:extLst>
              <a:ext uri="{FF2B5EF4-FFF2-40B4-BE49-F238E27FC236}">
                <a16:creationId xmlns:a16="http://schemas.microsoft.com/office/drawing/2014/main" id="{1CAB05C7-9AC7-0D29-1305-B09E1B6D2BED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193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41" grpId="0" animBg="1"/>
      <p:bldP spid="153" grpId="0" animBg="1"/>
      <p:bldP spid="154" grpId="0" animBg="1"/>
      <p:bldP spid="146" grpId="0" animBg="1"/>
      <p:bldP spid="147" grpId="0" animBg="1"/>
      <p:bldP spid="202" grpId="0" animBg="1"/>
      <p:bldP spid="204" grpId="0" animBg="1"/>
      <p:bldP spid="130" grpId="0"/>
      <p:bldP spid="43" grpId="0" animBg="1"/>
      <p:bldP spid="135" grpId="0" build="allAtOnce"/>
      <p:bldP spid="201" grpId="0"/>
      <p:bldP spid="207" grpId="0"/>
      <p:bldP spid="209" grpId="0"/>
      <p:bldP spid="211" grpId="0"/>
      <p:bldP spid="2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B766-E840-89E5-5F45-B6E2C41F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4">
            <a:extLst>
              <a:ext uri="{FF2B5EF4-FFF2-40B4-BE49-F238E27FC236}">
                <a16:creationId xmlns:a16="http://schemas.microsoft.com/office/drawing/2014/main" id="{A96AC4EA-1C90-1B2C-84A3-DBC8658DCCDE}"/>
              </a:ext>
            </a:extLst>
          </p:cNvPr>
          <p:cNvSpPr/>
          <p:nvPr/>
        </p:nvSpPr>
        <p:spPr>
          <a:xfrm>
            <a:off x="870331" y="1996279"/>
            <a:ext cx="4164376" cy="1227761"/>
          </a:xfrm>
          <a:prstGeom prst="roundRect">
            <a:avLst/>
          </a:prstGeom>
          <a:solidFill>
            <a:srgbClr val="D4191C">
              <a:alpha val="5882"/>
            </a:srgbClr>
          </a:solidFill>
          <a:ln w="15240">
            <a:noFill/>
            <a:prstDash val="solid"/>
          </a:ln>
        </p:spPr>
        <p:txBody>
          <a:bodyPr anchor="ctr"/>
          <a:lstStyle/>
          <a:p>
            <a:pPr algn="ctr"/>
            <a:endParaRPr lang="en-US" sz="2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8EB8415-2135-5ABD-8A39-F2D7499C5890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3A4305-8CCC-E817-C45F-01B8433E5A8C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903992-E0DC-9B08-C41C-317B2F346C87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  <p:sp>
        <p:nvSpPr>
          <p:cNvPr id="141" name="Shape 8">
            <a:extLst>
              <a:ext uri="{FF2B5EF4-FFF2-40B4-BE49-F238E27FC236}">
                <a16:creationId xmlns:a16="http://schemas.microsoft.com/office/drawing/2014/main" id="{74F9F180-1141-25A2-A79A-387F05538801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6" name="Text 13">
            <a:extLst>
              <a:ext uri="{FF2B5EF4-FFF2-40B4-BE49-F238E27FC236}">
                <a16:creationId xmlns:a16="http://schemas.microsoft.com/office/drawing/2014/main" id="{4C4E45A3-1A43-E2BA-311B-64E60F9D5078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88FF18ED-0212-CBCE-4A9E-DC7FB9B8B1FE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42" name="Text 9">
            <a:extLst>
              <a:ext uri="{FF2B5EF4-FFF2-40B4-BE49-F238E27FC236}">
                <a16:creationId xmlns:a16="http://schemas.microsoft.com/office/drawing/2014/main" id="{0080B382-E6B2-6C69-ADD2-CF31586AED33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0A8378FB-46CB-8B8F-13CE-CD061971D246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144" name="Text 11">
            <a:extLst>
              <a:ext uri="{FF2B5EF4-FFF2-40B4-BE49-F238E27FC236}">
                <a16:creationId xmlns:a16="http://schemas.microsoft.com/office/drawing/2014/main" id="{6FA49552-A7B7-FEED-F10A-C3E642E5052C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145" name="Text 12">
            <a:extLst>
              <a:ext uri="{FF2B5EF4-FFF2-40B4-BE49-F238E27FC236}">
                <a16:creationId xmlns:a16="http://schemas.microsoft.com/office/drawing/2014/main" id="{0CF8BF5E-A658-E899-3CEC-1C4D27476784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3781E4E-E6B3-A36E-5AE3-7195DE8A3EA4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153" name="Text 20">
              <a:extLst>
                <a:ext uri="{FF2B5EF4-FFF2-40B4-BE49-F238E27FC236}">
                  <a16:creationId xmlns:a16="http://schemas.microsoft.com/office/drawing/2014/main" id="{64DD6A44-C773-535D-4891-2CBC7B499F76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54" name="Text 21">
              <a:extLst>
                <a:ext uri="{FF2B5EF4-FFF2-40B4-BE49-F238E27FC236}">
                  <a16:creationId xmlns:a16="http://schemas.microsoft.com/office/drawing/2014/main" id="{F846159F-067E-C903-CFAE-6F54B9B1FC79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149" name="Shape 16">
              <a:extLst>
                <a:ext uri="{FF2B5EF4-FFF2-40B4-BE49-F238E27FC236}">
                  <a16:creationId xmlns:a16="http://schemas.microsoft.com/office/drawing/2014/main" id="{7510589C-84DC-8B2D-335F-72481905B00C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0" name="Text 17">
              <a:extLst>
                <a:ext uri="{FF2B5EF4-FFF2-40B4-BE49-F238E27FC236}">
                  <a16:creationId xmlns:a16="http://schemas.microsoft.com/office/drawing/2014/main" id="{6142E3C1-14B9-3B7B-7E76-24E237AD4DCF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151" name="Text 18">
              <a:extLst>
                <a:ext uri="{FF2B5EF4-FFF2-40B4-BE49-F238E27FC236}">
                  <a16:creationId xmlns:a16="http://schemas.microsoft.com/office/drawing/2014/main" id="{CCB01363-D84A-B465-0619-0D5023165989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2" name="Text 19">
              <a:extLst>
                <a:ext uri="{FF2B5EF4-FFF2-40B4-BE49-F238E27FC236}">
                  <a16:creationId xmlns:a16="http://schemas.microsoft.com/office/drawing/2014/main" id="{EF2939D9-F74B-FE09-05AB-D0866663F11C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944FE6C-9352-C33F-87C0-732CCAA74105}"/>
              </a:ext>
            </a:extLst>
          </p:cNvPr>
          <p:cNvGrpSpPr/>
          <p:nvPr/>
        </p:nvGrpSpPr>
        <p:grpSpPr>
          <a:xfrm>
            <a:off x="769635" y="4111696"/>
            <a:ext cx="5212080" cy="384048"/>
            <a:chOff x="769635" y="4111696"/>
            <a:chExt cx="5212080" cy="384048"/>
          </a:xfrm>
        </p:grpSpPr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F5B65DFD-08CE-9422-A9BC-183B15BB1261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6" name="Text 23">
              <a:extLst>
                <a:ext uri="{FF2B5EF4-FFF2-40B4-BE49-F238E27FC236}">
                  <a16:creationId xmlns:a16="http://schemas.microsoft.com/office/drawing/2014/main" id="{A731CB54-44E8-40E0-A34C-B5CEF6DFFC44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57" name="Text 24">
              <a:extLst>
                <a:ext uri="{FF2B5EF4-FFF2-40B4-BE49-F238E27FC236}">
                  <a16:creationId xmlns:a16="http://schemas.microsoft.com/office/drawing/2014/main" id="{050FCAAF-DE96-154C-482F-E28414AD2C04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158" name="Text 25">
              <a:extLst>
                <a:ext uri="{FF2B5EF4-FFF2-40B4-BE49-F238E27FC236}">
                  <a16:creationId xmlns:a16="http://schemas.microsoft.com/office/drawing/2014/main" id="{4AFACED4-DD38-6EF3-958E-98DA502F24DB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159" name="Text 26">
              <a:extLst>
                <a:ext uri="{FF2B5EF4-FFF2-40B4-BE49-F238E27FC236}">
                  <a16:creationId xmlns:a16="http://schemas.microsoft.com/office/drawing/2014/main" id="{E05B5940-F912-56DE-E115-6E3A910EB3C6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60" name="Text 27">
              <a:extLst>
                <a:ext uri="{FF2B5EF4-FFF2-40B4-BE49-F238E27FC236}">
                  <a16:creationId xmlns:a16="http://schemas.microsoft.com/office/drawing/2014/main" id="{A6CC19F1-DDD2-F416-E80D-24082B56E34D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431EBA-D664-F206-00CF-6B7E5B93D37E}"/>
              </a:ext>
            </a:extLst>
          </p:cNvPr>
          <p:cNvGrpSpPr/>
          <p:nvPr/>
        </p:nvGrpSpPr>
        <p:grpSpPr>
          <a:xfrm>
            <a:off x="769635" y="4495744"/>
            <a:ext cx="5212080" cy="384048"/>
            <a:chOff x="769635" y="4495744"/>
            <a:chExt cx="5212080" cy="384048"/>
          </a:xfrm>
        </p:grpSpPr>
        <p:sp>
          <p:nvSpPr>
            <p:cNvPr id="162" name="Shape 29">
              <a:extLst>
                <a:ext uri="{FF2B5EF4-FFF2-40B4-BE49-F238E27FC236}">
                  <a16:creationId xmlns:a16="http://schemas.microsoft.com/office/drawing/2014/main" id="{974BC479-89F8-52BB-FB6A-CE4DFBB6FB7C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3" name="Text 30">
              <a:extLst>
                <a:ext uri="{FF2B5EF4-FFF2-40B4-BE49-F238E27FC236}">
                  <a16:creationId xmlns:a16="http://schemas.microsoft.com/office/drawing/2014/main" id="{5D224EE8-3D9E-72B9-27F8-FA21B5872AAD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64" name="Text 31">
              <a:extLst>
                <a:ext uri="{FF2B5EF4-FFF2-40B4-BE49-F238E27FC236}">
                  <a16:creationId xmlns:a16="http://schemas.microsoft.com/office/drawing/2014/main" id="{3EA7BF0B-FEAD-DC29-131E-ECEC6AB815C7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165" name="Text 32">
              <a:extLst>
                <a:ext uri="{FF2B5EF4-FFF2-40B4-BE49-F238E27FC236}">
                  <a16:creationId xmlns:a16="http://schemas.microsoft.com/office/drawing/2014/main" id="{FD008AC3-769F-7BD3-B8A1-EDACB13D3698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166" name="Text 33">
              <a:extLst>
                <a:ext uri="{FF2B5EF4-FFF2-40B4-BE49-F238E27FC236}">
                  <a16:creationId xmlns:a16="http://schemas.microsoft.com/office/drawing/2014/main" id="{D8FA27BA-DB34-1D32-6EC0-7C66737A3F1D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167" name="Text 34">
              <a:extLst>
                <a:ext uri="{FF2B5EF4-FFF2-40B4-BE49-F238E27FC236}">
                  <a16:creationId xmlns:a16="http://schemas.microsoft.com/office/drawing/2014/main" id="{406AEBBB-211D-4582-54ED-21CF68B87C15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7F36D67-E8E1-B1E2-483A-64843CAD9A50}"/>
              </a:ext>
            </a:extLst>
          </p:cNvPr>
          <p:cNvGrpSpPr/>
          <p:nvPr/>
        </p:nvGrpSpPr>
        <p:grpSpPr>
          <a:xfrm>
            <a:off x="769635" y="4879792"/>
            <a:ext cx="5212080" cy="384048"/>
            <a:chOff x="769635" y="4879792"/>
            <a:chExt cx="5212080" cy="384048"/>
          </a:xfrm>
        </p:grpSpPr>
        <p:sp>
          <p:nvSpPr>
            <p:cNvPr id="168" name="Shape 35">
              <a:extLst>
                <a:ext uri="{FF2B5EF4-FFF2-40B4-BE49-F238E27FC236}">
                  <a16:creationId xmlns:a16="http://schemas.microsoft.com/office/drawing/2014/main" id="{2126A1C2-B38F-0C35-1AC2-707A66368E11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9" name="Text 36">
              <a:extLst>
                <a:ext uri="{FF2B5EF4-FFF2-40B4-BE49-F238E27FC236}">
                  <a16:creationId xmlns:a16="http://schemas.microsoft.com/office/drawing/2014/main" id="{97FC394F-C796-C5A6-4F52-4D70503991E3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170" name="Text 37">
              <a:extLst>
                <a:ext uri="{FF2B5EF4-FFF2-40B4-BE49-F238E27FC236}">
                  <a16:creationId xmlns:a16="http://schemas.microsoft.com/office/drawing/2014/main" id="{440CF7CB-A60E-182F-1B00-D1318767C9E1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171" name="Text 38">
              <a:extLst>
                <a:ext uri="{FF2B5EF4-FFF2-40B4-BE49-F238E27FC236}">
                  <a16:creationId xmlns:a16="http://schemas.microsoft.com/office/drawing/2014/main" id="{3D5A25D0-6CEE-EA2A-1B27-DFD3A14B3D5F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FFB7BD5B-EDCC-CDDD-F0A6-E7FDA4AA2456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173" name="Text 40">
              <a:extLst>
                <a:ext uri="{FF2B5EF4-FFF2-40B4-BE49-F238E27FC236}">
                  <a16:creationId xmlns:a16="http://schemas.microsoft.com/office/drawing/2014/main" id="{62A92903-3205-36A1-220E-753F9899BA8C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B479151-D6AE-1033-CD7E-5017B2262C5B}"/>
              </a:ext>
            </a:extLst>
          </p:cNvPr>
          <p:cNvGrpSpPr/>
          <p:nvPr/>
        </p:nvGrpSpPr>
        <p:grpSpPr>
          <a:xfrm>
            <a:off x="769635" y="5263840"/>
            <a:ext cx="5212080" cy="384048"/>
            <a:chOff x="769635" y="5263840"/>
            <a:chExt cx="5212080" cy="384048"/>
          </a:xfrm>
        </p:grpSpPr>
        <p:sp>
          <p:nvSpPr>
            <p:cNvPr id="175" name="Shape 42">
              <a:extLst>
                <a:ext uri="{FF2B5EF4-FFF2-40B4-BE49-F238E27FC236}">
                  <a16:creationId xmlns:a16="http://schemas.microsoft.com/office/drawing/2014/main" id="{C0E7F9A7-4C9B-DD4A-35CA-BB15075BD934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6" name="Text 43">
              <a:extLst>
                <a:ext uri="{FF2B5EF4-FFF2-40B4-BE49-F238E27FC236}">
                  <a16:creationId xmlns:a16="http://schemas.microsoft.com/office/drawing/2014/main" id="{2A2EC318-84AB-B892-46AD-2F6EC28BFC91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177" name="Text 44">
              <a:extLst>
                <a:ext uri="{FF2B5EF4-FFF2-40B4-BE49-F238E27FC236}">
                  <a16:creationId xmlns:a16="http://schemas.microsoft.com/office/drawing/2014/main" id="{89F55EBE-32F9-C997-98EE-327A77E8A2D9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178" name="Text 45">
              <a:extLst>
                <a:ext uri="{FF2B5EF4-FFF2-40B4-BE49-F238E27FC236}">
                  <a16:creationId xmlns:a16="http://schemas.microsoft.com/office/drawing/2014/main" id="{6FB92E59-9203-F1DE-C3F4-F0B950C33118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179" name="Text 46">
              <a:extLst>
                <a:ext uri="{FF2B5EF4-FFF2-40B4-BE49-F238E27FC236}">
                  <a16:creationId xmlns:a16="http://schemas.microsoft.com/office/drawing/2014/main" id="{F40A1CBF-4882-393A-2692-1D59AFDD12C3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180" name="Text 47">
              <a:extLst>
                <a:ext uri="{FF2B5EF4-FFF2-40B4-BE49-F238E27FC236}">
                  <a16:creationId xmlns:a16="http://schemas.microsoft.com/office/drawing/2014/main" id="{0E75DB59-2571-4549-D174-5D52700D18CE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4C44E6-8415-7BEA-36E0-E7C8D00C68A3}"/>
              </a:ext>
            </a:extLst>
          </p:cNvPr>
          <p:cNvGrpSpPr/>
          <p:nvPr/>
        </p:nvGrpSpPr>
        <p:grpSpPr>
          <a:xfrm>
            <a:off x="769635" y="5647888"/>
            <a:ext cx="5212080" cy="384048"/>
            <a:chOff x="769635" y="5647888"/>
            <a:chExt cx="5212080" cy="384048"/>
          </a:xfrm>
        </p:grpSpPr>
        <p:sp>
          <p:nvSpPr>
            <p:cNvPr id="181" name="Shape 48">
              <a:extLst>
                <a:ext uri="{FF2B5EF4-FFF2-40B4-BE49-F238E27FC236}">
                  <a16:creationId xmlns:a16="http://schemas.microsoft.com/office/drawing/2014/main" id="{8C849C90-9FE2-E03E-6033-1159CA1408F9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2" name="Text 49">
              <a:extLst>
                <a:ext uri="{FF2B5EF4-FFF2-40B4-BE49-F238E27FC236}">
                  <a16:creationId xmlns:a16="http://schemas.microsoft.com/office/drawing/2014/main" id="{E62B5BD5-DEB7-3DCD-716C-7BDAB61A5444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183" name="Text 50">
              <a:extLst>
                <a:ext uri="{FF2B5EF4-FFF2-40B4-BE49-F238E27FC236}">
                  <a16:creationId xmlns:a16="http://schemas.microsoft.com/office/drawing/2014/main" id="{76237457-C9FB-5567-4C1E-F9C7010EFF5D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84" name="Text 51">
              <a:extLst>
                <a:ext uri="{FF2B5EF4-FFF2-40B4-BE49-F238E27FC236}">
                  <a16:creationId xmlns:a16="http://schemas.microsoft.com/office/drawing/2014/main" id="{1C105EA5-99AC-5575-1480-967D47757D23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185" name="Text 52">
              <a:extLst>
                <a:ext uri="{FF2B5EF4-FFF2-40B4-BE49-F238E27FC236}">
                  <a16:creationId xmlns:a16="http://schemas.microsoft.com/office/drawing/2014/main" id="{054CC464-10DE-E6E5-E589-EA6C78D3A110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86" name="Text 53">
              <a:extLst>
                <a:ext uri="{FF2B5EF4-FFF2-40B4-BE49-F238E27FC236}">
                  <a16:creationId xmlns:a16="http://schemas.microsoft.com/office/drawing/2014/main" id="{7C3EDE2C-3655-927C-9215-4A8BA6F644DF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0A3375-BBA7-E5B0-8EF3-A75FBD27F022}"/>
              </a:ext>
            </a:extLst>
          </p:cNvPr>
          <p:cNvGrpSpPr/>
          <p:nvPr/>
        </p:nvGrpSpPr>
        <p:grpSpPr>
          <a:xfrm>
            <a:off x="769635" y="6031936"/>
            <a:ext cx="5212080" cy="384048"/>
            <a:chOff x="769635" y="6031936"/>
            <a:chExt cx="5212080" cy="384048"/>
          </a:xfrm>
        </p:grpSpPr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6CF87FCF-07D2-22BB-627B-3054357CFB07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9" name="Text 56">
              <a:extLst>
                <a:ext uri="{FF2B5EF4-FFF2-40B4-BE49-F238E27FC236}">
                  <a16:creationId xmlns:a16="http://schemas.microsoft.com/office/drawing/2014/main" id="{49B313FC-72E9-05FC-3D80-F8D2CE942466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190" name="Text 57">
              <a:extLst>
                <a:ext uri="{FF2B5EF4-FFF2-40B4-BE49-F238E27FC236}">
                  <a16:creationId xmlns:a16="http://schemas.microsoft.com/office/drawing/2014/main" id="{C6CC0918-77D5-8FC5-1186-0C9BE81C2D9B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1" name="Text 58">
              <a:extLst>
                <a:ext uri="{FF2B5EF4-FFF2-40B4-BE49-F238E27FC236}">
                  <a16:creationId xmlns:a16="http://schemas.microsoft.com/office/drawing/2014/main" id="{B0AB9CB2-1D49-64D8-777B-EF60C7CCA457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A0485D34-A554-6FFB-5F6E-40895C78A828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80ECBB4B-CC1E-6F2F-88C8-9CD2EBA3C486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17A186F-C930-3E1A-1885-81AD11D56792}"/>
              </a:ext>
            </a:extLst>
          </p:cNvPr>
          <p:cNvGrpSpPr/>
          <p:nvPr/>
        </p:nvGrpSpPr>
        <p:grpSpPr>
          <a:xfrm>
            <a:off x="769635" y="6415984"/>
            <a:ext cx="5212080" cy="384048"/>
            <a:chOff x="769635" y="6415984"/>
            <a:chExt cx="5212080" cy="384048"/>
          </a:xfrm>
        </p:grpSpPr>
        <p:sp>
          <p:nvSpPr>
            <p:cNvPr id="194" name="Shape 61">
              <a:extLst>
                <a:ext uri="{FF2B5EF4-FFF2-40B4-BE49-F238E27FC236}">
                  <a16:creationId xmlns:a16="http://schemas.microsoft.com/office/drawing/2014/main" id="{7A18C732-FF08-70DD-F87B-B203F8CCD950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5" name="Text 62">
              <a:extLst>
                <a:ext uri="{FF2B5EF4-FFF2-40B4-BE49-F238E27FC236}">
                  <a16:creationId xmlns:a16="http://schemas.microsoft.com/office/drawing/2014/main" id="{A9607A49-43C4-2C61-8F09-53357E0A04F4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6" name="Text 63">
              <a:extLst>
                <a:ext uri="{FF2B5EF4-FFF2-40B4-BE49-F238E27FC236}">
                  <a16:creationId xmlns:a16="http://schemas.microsoft.com/office/drawing/2014/main" id="{11B95C58-2400-B40B-30F1-46D8B98DAC4B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7" name="Text 64">
              <a:extLst>
                <a:ext uri="{FF2B5EF4-FFF2-40B4-BE49-F238E27FC236}">
                  <a16:creationId xmlns:a16="http://schemas.microsoft.com/office/drawing/2014/main" id="{246BC436-4944-BB2D-B09A-726C76146C36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198" name="Text 65">
              <a:extLst>
                <a:ext uri="{FF2B5EF4-FFF2-40B4-BE49-F238E27FC236}">
                  <a16:creationId xmlns:a16="http://schemas.microsoft.com/office/drawing/2014/main" id="{29372B17-EDCB-8DEF-EEF6-BC42D2E8720B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9" name="Text 66">
              <a:extLst>
                <a:ext uri="{FF2B5EF4-FFF2-40B4-BE49-F238E27FC236}">
                  <a16:creationId xmlns:a16="http://schemas.microsoft.com/office/drawing/2014/main" id="{27AC76E4-8A65-EA04-9915-AA0B9BD9545F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2" name="Text 3">
            <a:extLst>
              <a:ext uri="{FF2B5EF4-FFF2-40B4-BE49-F238E27FC236}">
                <a16:creationId xmlns:a16="http://schemas.microsoft.com/office/drawing/2014/main" id="{19A66AE6-18EC-3492-87AA-A918F8B34B35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F496537-2635-1843-4FC9-7BA2D9AD7432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203" name="Shape 4">
              <a:extLst>
                <a:ext uri="{FF2B5EF4-FFF2-40B4-BE49-F238E27FC236}">
                  <a16:creationId xmlns:a16="http://schemas.microsoft.com/office/drawing/2014/main" id="{D685E3CD-FE24-8EFA-421C-4784D14569B4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206" name="Text 6">
              <a:extLst>
                <a:ext uri="{FF2B5EF4-FFF2-40B4-BE49-F238E27FC236}">
                  <a16:creationId xmlns:a16="http://schemas.microsoft.com/office/drawing/2014/main" id="{714E0CD9-6F1B-FAF0-AE9A-5DBB52C1D408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130" name="SlopeArrow">
            <a:extLst>
              <a:ext uri="{FF2B5EF4-FFF2-40B4-BE49-F238E27FC236}">
                <a16:creationId xmlns:a16="http://schemas.microsoft.com/office/drawing/2014/main" id="{4485851E-F383-8F60-4196-12FD384CFF4A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869C21CF-F0D7-76D0-B027-379911479875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B9F88AB-FFD0-3259-FC8C-36D86DF76770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FD3234B5-DB6B-7FDE-89B3-D6ABB9C55B09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1168A6BD-B030-31D4-DEE8-D40A70DB03B7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FC1D9CCE-8774-C0DE-9F79-BB9A6B85E5E1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EEF083B9-1C9F-A7DB-9E90-A328A1A427E5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C286F793-9F8A-AE70-4BC4-511596F41630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1F26DCDB-A7BE-5CB6-8DD6-42F75B54C6DF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C9884A5A-661A-7B92-F220-AC4AFFE1ACDB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588E8A82-3CE5-ED5A-418F-DAC315982539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1E5F6713-7353-CEFA-AA5B-67AAE3CBB029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3637AAA3-9723-D37B-7B5B-3E80552E4769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F25F4B74-E05C-E92E-DE18-7F355BFC4D7D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BFC27DCE-7B6D-3C2F-A537-BE0935FB3098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FCDEAE08-313D-1281-9203-3CCA3F7B8E43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09CAD6F0-46F5-FD07-0D2D-DAB3FB43B1D3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96A85D18-D796-24C5-B2E2-FFD2C394EDA3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F14B491D-5F06-8648-1F7A-EB5E46F41C6F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FA3665FE-1DF6-22AF-128D-15E76DC04760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FA669739-D0C3-E910-9878-60840EC7F544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A1CBD201-7F9F-A5D0-456D-80B6DBDD6027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32B991DC-76F5-DA86-747A-71B227B9546F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E60A1855-858E-0D65-D0B0-FB5C0D3E1C64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780DA667-B430-80A5-33F0-B0D69EE6C80E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1907CBAD-D954-F11C-4527-E1B15205B53D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8166EB1D-CC1F-EA49-434F-D2F7091923C4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08C88B7A-D351-6167-17B9-68D6D20846A8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D4FB2E17-C6AE-3419-6204-CBDF97888AAC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D2C805D0-C854-548B-FFC7-8159D20C6DA5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73E91C10-7327-0501-066A-8829E5445B50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9A00145B-CA8C-85DD-AD7D-953DB822DED5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F442056B-08B5-76AE-528C-515655D98C25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6BC5CF1C-BF81-E8B0-6E4D-776696BD1E25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7" name="Shape 39">
              <a:extLst>
                <a:ext uri="{FF2B5EF4-FFF2-40B4-BE49-F238E27FC236}">
                  <a16:creationId xmlns:a16="http://schemas.microsoft.com/office/drawing/2014/main" id="{CBCFA12C-D297-9A42-A8F7-690D66F18DC9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40">
              <a:extLst>
                <a:ext uri="{FF2B5EF4-FFF2-40B4-BE49-F238E27FC236}">
                  <a16:creationId xmlns:a16="http://schemas.microsoft.com/office/drawing/2014/main" id="{9D794236-55F1-06F6-5CD7-560FF7F8C98B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9" name="Shape 41">
              <a:extLst>
                <a:ext uri="{FF2B5EF4-FFF2-40B4-BE49-F238E27FC236}">
                  <a16:creationId xmlns:a16="http://schemas.microsoft.com/office/drawing/2014/main" id="{9DADAFB9-2ADE-D033-1A25-0DBA48457636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Text 42">
              <a:extLst>
                <a:ext uri="{FF2B5EF4-FFF2-40B4-BE49-F238E27FC236}">
                  <a16:creationId xmlns:a16="http://schemas.microsoft.com/office/drawing/2014/main" id="{D7575E06-368C-36A1-1D08-23D881C9A6C2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41" name="Text 43">
              <a:extLst>
                <a:ext uri="{FF2B5EF4-FFF2-40B4-BE49-F238E27FC236}">
                  <a16:creationId xmlns:a16="http://schemas.microsoft.com/office/drawing/2014/main" id="{D22AA88C-908C-525C-D522-A26BEEFA2B7A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E50F0657-BB9E-6B7F-05D9-4AB607FB14DB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44" name="Shape 46">
              <a:extLst>
                <a:ext uri="{FF2B5EF4-FFF2-40B4-BE49-F238E27FC236}">
                  <a16:creationId xmlns:a16="http://schemas.microsoft.com/office/drawing/2014/main" id="{ABCB7C50-9232-C95E-461C-D92714C24B1D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Text 47">
              <a:extLst>
                <a:ext uri="{FF2B5EF4-FFF2-40B4-BE49-F238E27FC236}">
                  <a16:creationId xmlns:a16="http://schemas.microsoft.com/office/drawing/2014/main" id="{DF22D480-061A-0CEF-14F2-7DA28E4E7A82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46" name="Shape 48">
              <a:extLst>
                <a:ext uri="{FF2B5EF4-FFF2-40B4-BE49-F238E27FC236}">
                  <a16:creationId xmlns:a16="http://schemas.microsoft.com/office/drawing/2014/main" id="{6AFEC37D-2633-A31C-97CB-8FB74BBF242F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E3614468-A6E6-800E-5BD6-B944199148B6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48" name="Shape 50">
              <a:extLst>
                <a:ext uri="{FF2B5EF4-FFF2-40B4-BE49-F238E27FC236}">
                  <a16:creationId xmlns:a16="http://schemas.microsoft.com/office/drawing/2014/main" id="{3367F038-7545-9477-7005-9778D443EA63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51">
              <a:extLst>
                <a:ext uri="{FF2B5EF4-FFF2-40B4-BE49-F238E27FC236}">
                  <a16:creationId xmlns:a16="http://schemas.microsoft.com/office/drawing/2014/main" id="{BAFEEEDD-4D38-AB78-7586-8B171AF6EFD6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50" name="Shape 52">
              <a:extLst>
                <a:ext uri="{FF2B5EF4-FFF2-40B4-BE49-F238E27FC236}">
                  <a16:creationId xmlns:a16="http://schemas.microsoft.com/office/drawing/2014/main" id="{CD7D748D-2DAC-4869-ADCC-87A72F24EF30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53">
              <a:extLst>
                <a:ext uri="{FF2B5EF4-FFF2-40B4-BE49-F238E27FC236}">
                  <a16:creationId xmlns:a16="http://schemas.microsoft.com/office/drawing/2014/main" id="{9380F61D-1C6A-485E-B498-BA1DAE769B55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52" name="Shape 54">
              <a:extLst>
                <a:ext uri="{FF2B5EF4-FFF2-40B4-BE49-F238E27FC236}">
                  <a16:creationId xmlns:a16="http://schemas.microsoft.com/office/drawing/2014/main" id="{FFB8126B-0E06-5634-5F99-A14BCB5FCF60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3" name="Text 55">
              <a:extLst>
                <a:ext uri="{FF2B5EF4-FFF2-40B4-BE49-F238E27FC236}">
                  <a16:creationId xmlns:a16="http://schemas.microsoft.com/office/drawing/2014/main" id="{B53639BC-070F-B441-9C66-A69BAB68E429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54" name="Shape 56">
              <a:extLst>
                <a:ext uri="{FF2B5EF4-FFF2-40B4-BE49-F238E27FC236}">
                  <a16:creationId xmlns:a16="http://schemas.microsoft.com/office/drawing/2014/main" id="{8028EC5E-4C13-75A2-73E1-FED7F4B3B66E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5" name="Text 57">
              <a:extLst>
                <a:ext uri="{FF2B5EF4-FFF2-40B4-BE49-F238E27FC236}">
                  <a16:creationId xmlns:a16="http://schemas.microsoft.com/office/drawing/2014/main" id="{0E4DDCD5-C63C-4566-E7EA-59490C74A970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56" name="Shape 58">
              <a:extLst>
                <a:ext uri="{FF2B5EF4-FFF2-40B4-BE49-F238E27FC236}">
                  <a16:creationId xmlns:a16="http://schemas.microsoft.com/office/drawing/2014/main" id="{5E12254C-9505-C3B1-5AC2-6DA01A454BB0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7" name="Text 59">
              <a:extLst>
                <a:ext uri="{FF2B5EF4-FFF2-40B4-BE49-F238E27FC236}">
                  <a16:creationId xmlns:a16="http://schemas.microsoft.com/office/drawing/2014/main" id="{D28C1DFD-1BF2-EE4F-51E4-A59B097A1A17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58" name="Shape 60">
              <a:extLst>
                <a:ext uri="{FF2B5EF4-FFF2-40B4-BE49-F238E27FC236}">
                  <a16:creationId xmlns:a16="http://schemas.microsoft.com/office/drawing/2014/main" id="{396CFFC2-1B50-15EB-BF36-DB1C821EDA25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9" name="Text 61">
              <a:extLst>
                <a:ext uri="{FF2B5EF4-FFF2-40B4-BE49-F238E27FC236}">
                  <a16:creationId xmlns:a16="http://schemas.microsoft.com/office/drawing/2014/main" id="{8797722F-0062-C15C-00DF-9DBE84326FA0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1C1FE6E-FE1A-1008-1FDD-B8F1F7E416EC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60" name="Shape 48">
              <a:extLst>
                <a:ext uri="{FF2B5EF4-FFF2-40B4-BE49-F238E27FC236}">
                  <a16:creationId xmlns:a16="http://schemas.microsoft.com/office/drawing/2014/main" id="{5369570D-1E38-1BDD-16DE-2B5BEF257147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" name="Shape 48">
              <a:extLst>
                <a:ext uri="{FF2B5EF4-FFF2-40B4-BE49-F238E27FC236}">
                  <a16:creationId xmlns:a16="http://schemas.microsoft.com/office/drawing/2014/main" id="{978C32F2-C059-7C38-9997-5F59DD5A5798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62" name="Shape 48">
              <a:extLst>
                <a:ext uri="{FF2B5EF4-FFF2-40B4-BE49-F238E27FC236}">
                  <a16:creationId xmlns:a16="http://schemas.microsoft.com/office/drawing/2014/main" id="{5D5D2519-9D3D-7EC2-355A-4BFBFB105544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3" name="Shape 48">
              <a:extLst>
                <a:ext uri="{FF2B5EF4-FFF2-40B4-BE49-F238E27FC236}">
                  <a16:creationId xmlns:a16="http://schemas.microsoft.com/office/drawing/2014/main" id="{C21D43CB-9ACB-C79A-4447-D0F18693D42A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Shape 48">
              <a:extLst>
                <a:ext uri="{FF2B5EF4-FFF2-40B4-BE49-F238E27FC236}">
                  <a16:creationId xmlns:a16="http://schemas.microsoft.com/office/drawing/2014/main" id="{6B18B9EC-8B61-29BA-E33B-1BCE6221DADD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Shape 48">
              <a:extLst>
                <a:ext uri="{FF2B5EF4-FFF2-40B4-BE49-F238E27FC236}">
                  <a16:creationId xmlns:a16="http://schemas.microsoft.com/office/drawing/2014/main" id="{1B0B1233-335B-FA06-00BA-5456AEC37E4C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Shape 48">
              <a:extLst>
                <a:ext uri="{FF2B5EF4-FFF2-40B4-BE49-F238E27FC236}">
                  <a16:creationId xmlns:a16="http://schemas.microsoft.com/office/drawing/2014/main" id="{B1BEF8DF-EF3C-8017-974D-05BB1B1DA5CE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1" name="Shape 48">
              <a:extLst>
                <a:ext uri="{FF2B5EF4-FFF2-40B4-BE49-F238E27FC236}">
                  <a16:creationId xmlns:a16="http://schemas.microsoft.com/office/drawing/2014/main" id="{DC0D980A-670F-3062-80CB-9F9F0458FC6F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78FA03EC-BC4E-A43E-0F74-56EB6C2BEB91}"/>
              </a:ext>
            </a:extLst>
          </p:cNvPr>
          <p:cNvSpPr txBox="1"/>
          <p:nvPr/>
        </p:nvSpPr>
        <p:spPr>
          <a:xfrm>
            <a:off x="1163847" y="2096480"/>
            <a:ext cx="3315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predicted</a:t>
            </a:r>
            <a:r>
              <a:rPr lang="en-US" sz="2000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-10.78 + 0.3863 (32)</a:t>
            </a:r>
            <a:endParaRPr lang="en-US" sz="2000" b="1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BE991A7-4995-A257-D577-3697D9B3D29E}"/>
              </a:ext>
            </a:extLst>
          </p:cNvPr>
          <p:cNvSpPr txBox="1"/>
          <p:nvPr/>
        </p:nvSpPr>
        <p:spPr>
          <a:xfrm>
            <a:off x="2234827" y="240708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-10.78 + 12.361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2E537AA5-A8C9-69CF-70E7-8D70A1AFFC22}"/>
              </a:ext>
            </a:extLst>
          </p:cNvPr>
          <p:cNvSpPr txBox="1"/>
          <p:nvPr/>
        </p:nvSpPr>
        <p:spPr>
          <a:xfrm>
            <a:off x="3919152" y="240425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1.58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976CBFE-66AE-D55F-703F-EEEA26FE61A5}"/>
              </a:ext>
            </a:extLst>
          </p:cNvPr>
          <p:cNvSpPr txBox="1"/>
          <p:nvPr/>
        </p:nvSpPr>
        <p:spPr>
          <a:xfrm>
            <a:off x="1307324" y="2776412"/>
            <a:ext cx="241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residual  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1.06 – 1.58</a:t>
            </a:r>
            <a:endParaRPr lang="en-US" sz="2000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CA495ED-6BFC-0603-1390-876D9D3F387F}"/>
              </a:ext>
            </a:extLst>
          </p:cNvPr>
          <p:cNvSpPr txBox="1"/>
          <p:nvPr/>
        </p:nvSpPr>
        <p:spPr>
          <a:xfrm>
            <a:off x="3625108" y="2786298"/>
            <a:ext cx="11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-0.52</a:t>
            </a:r>
            <a:endParaRPr lang="en-US" sz="2000" dirty="0"/>
          </a:p>
        </p:txBody>
      </p:sp>
      <p:sp>
        <p:nvSpPr>
          <p:cNvPr id="212" name="Text 3">
            <a:extLst>
              <a:ext uri="{FF2B5EF4-FFF2-40B4-BE49-F238E27FC236}">
                <a16:creationId xmlns:a16="http://schemas.microsoft.com/office/drawing/2014/main" id="{7AD369D6-4A6C-EAC8-70A4-32410F97276F}"/>
              </a:ext>
            </a:extLst>
          </p:cNvPr>
          <p:cNvSpPr/>
          <p:nvPr/>
        </p:nvSpPr>
        <p:spPr>
          <a:xfrm>
            <a:off x="837477" y="1944624"/>
            <a:ext cx="746387" cy="248271"/>
          </a:xfrm>
          <a:prstGeom prst="roundRect">
            <a:avLst/>
          </a:prstGeom>
          <a:solidFill>
            <a:srgbClr val="D4191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Example</a:t>
            </a:r>
          </a:p>
        </p:txBody>
      </p:sp>
      <p:pic>
        <p:nvPicPr>
          <p:cNvPr id="75" name="Picture 7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0954D1-37FE-40FD-810F-A0F28469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1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182-8368-AD23-DE3A-B0EF8C60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2E0562-A870-7549-12AD-DC1B96F37C9C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E631CA-F431-7F0A-B74A-6145DFC8C96D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594587A-5F45-A5D3-C7EF-1CEF98F18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2" name="Shape 4">
            <a:extLst>
              <a:ext uri="{FF2B5EF4-FFF2-40B4-BE49-F238E27FC236}">
                <a16:creationId xmlns:a16="http://schemas.microsoft.com/office/drawing/2014/main" id="{98413C06-F228-E8B6-BE50-F79F212C9FDC}"/>
              </a:ext>
            </a:extLst>
          </p:cNvPr>
          <p:cNvSpPr/>
          <p:nvPr/>
        </p:nvSpPr>
        <p:spPr>
          <a:xfrm>
            <a:off x="870331" y="1996279"/>
            <a:ext cx="4164376" cy="1227761"/>
          </a:xfrm>
          <a:prstGeom prst="roundRect">
            <a:avLst/>
          </a:prstGeom>
          <a:solidFill>
            <a:srgbClr val="D4191C">
              <a:alpha val="5882"/>
            </a:srgbClr>
          </a:solidFill>
          <a:ln w="15240">
            <a:noFill/>
            <a:prstDash val="solid"/>
          </a:ln>
        </p:spPr>
        <p:txBody>
          <a:bodyPr anchor="ctr"/>
          <a:lstStyle/>
          <a:p>
            <a:pPr algn="ctr"/>
            <a:endParaRPr lang="en-US" sz="2800" dirty="0"/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17D1B7EE-A5D0-EFE4-A0C5-2C147895DD94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6" name="Text 13">
            <a:extLst>
              <a:ext uri="{FF2B5EF4-FFF2-40B4-BE49-F238E27FC236}">
                <a16:creationId xmlns:a16="http://schemas.microsoft.com/office/drawing/2014/main" id="{4AFC8E0D-1E45-A47E-2DB1-85A8064BC4E8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257" name="Text 14">
            <a:extLst>
              <a:ext uri="{FF2B5EF4-FFF2-40B4-BE49-F238E27FC236}">
                <a16:creationId xmlns:a16="http://schemas.microsoft.com/office/drawing/2014/main" id="{DF216DA1-950E-BFA0-97F9-358F67AAF1CC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59" name="Text 9">
            <a:extLst>
              <a:ext uri="{FF2B5EF4-FFF2-40B4-BE49-F238E27FC236}">
                <a16:creationId xmlns:a16="http://schemas.microsoft.com/office/drawing/2014/main" id="{ED88F41B-65BC-8C04-293C-D8650CC833E0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0" name="Text 10">
            <a:extLst>
              <a:ext uri="{FF2B5EF4-FFF2-40B4-BE49-F238E27FC236}">
                <a16:creationId xmlns:a16="http://schemas.microsoft.com/office/drawing/2014/main" id="{16FF9439-DD8B-B704-0A1D-1420A48FF828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261" name="Text 11">
            <a:extLst>
              <a:ext uri="{FF2B5EF4-FFF2-40B4-BE49-F238E27FC236}">
                <a16:creationId xmlns:a16="http://schemas.microsoft.com/office/drawing/2014/main" id="{C88CC13C-FEB9-4F0A-682F-E636D3BB57F6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262" name="Text 12">
            <a:extLst>
              <a:ext uri="{FF2B5EF4-FFF2-40B4-BE49-F238E27FC236}">
                <a16:creationId xmlns:a16="http://schemas.microsoft.com/office/drawing/2014/main" id="{98F48AFF-135C-0EB6-6AFD-DE8AD2A0F759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6AD2289-AEE2-1FEC-4825-1A33B188B1D6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254" name="Text 20">
              <a:extLst>
                <a:ext uri="{FF2B5EF4-FFF2-40B4-BE49-F238E27FC236}">
                  <a16:creationId xmlns:a16="http://schemas.microsoft.com/office/drawing/2014/main" id="{3809561D-AC1F-56D7-A8C9-36C7DF0BB9FC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255" name="Text 21">
              <a:extLst>
                <a:ext uri="{FF2B5EF4-FFF2-40B4-BE49-F238E27FC236}">
                  <a16:creationId xmlns:a16="http://schemas.microsoft.com/office/drawing/2014/main" id="{FF6C0A77-DA48-6E12-EC1D-F0A104C2ED51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263" name="Shape 16">
              <a:extLst>
                <a:ext uri="{FF2B5EF4-FFF2-40B4-BE49-F238E27FC236}">
                  <a16:creationId xmlns:a16="http://schemas.microsoft.com/office/drawing/2014/main" id="{C5F8A7E1-6330-A54C-F32E-13A0CE1946FE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4" name="Text 17">
              <a:extLst>
                <a:ext uri="{FF2B5EF4-FFF2-40B4-BE49-F238E27FC236}">
                  <a16:creationId xmlns:a16="http://schemas.microsoft.com/office/drawing/2014/main" id="{81ED1661-19B6-4452-7878-E0AEFBD9285C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65" name="Text 18">
              <a:extLst>
                <a:ext uri="{FF2B5EF4-FFF2-40B4-BE49-F238E27FC236}">
                  <a16:creationId xmlns:a16="http://schemas.microsoft.com/office/drawing/2014/main" id="{45CD49BB-EC9B-6B60-A146-3B4A61BFD314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66" name="Text 19">
              <a:extLst>
                <a:ext uri="{FF2B5EF4-FFF2-40B4-BE49-F238E27FC236}">
                  <a16:creationId xmlns:a16="http://schemas.microsoft.com/office/drawing/2014/main" id="{351FF14F-DFE5-17DB-C8BE-2464CBFB0E02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74647920-92E4-446F-E5DA-2D5BD02D09B5}"/>
              </a:ext>
            </a:extLst>
          </p:cNvPr>
          <p:cNvGrpSpPr/>
          <p:nvPr/>
        </p:nvGrpSpPr>
        <p:grpSpPr>
          <a:xfrm>
            <a:off x="769635" y="5150788"/>
            <a:ext cx="5212080" cy="384048"/>
            <a:chOff x="769635" y="4111696"/>
            <a:chExt cx="5212080" cy="384048"/>
          </a:xfrm>
        </p:grpSpPr>
        <p:sp>
          <p:nvSpPr>
            <p:cNvPr id="267" name="Shape 22">
              <a:extLst>
                <a:ext uri="{FF2B5EF4-FFF2-40B4-BE49-F238E27FC236}">
                  <a16:creationId xmlns:a16="http://schemas.microsoft.com/office/drawing/2014/main" id="{DA705586-8D90-CFE2-B170-B72B9CF31963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8" name="Text 23">
              <a:extLst>
                <a:ext uri="{FF2B5EF4-FFF2-40B4-BE49-F238E27FC236}">
                  <a16:creationId xmlns:a16="http://schemas.microsoft.com/office/drawing/2014/main" id="{71414A36-DF9B-5D6C-2AC7-0B3863757787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269" name="Text 24">
              <a:extLst>
                <a:ext uri="{FF2B5EF4-FFF2-40B4-BE49-F238E27FC236}">
                  <a16:creationId xmlns:a16="http://schemas.microsoft.com/office/drawing/2014/main" id="{97C781C8-B0AC-830F-771D-90E3A2E542BD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70" name="Text 25">
              <a:extLst>
                <a:ext uri="{FF2B5EF4-FFF2-40B4-BE49-F238E27FC236}">
                  <a16:creationId xmlns:a16="http://schemas.microsoft.com/office/drawing/2014/main" id="{FB7AA16A-9D99-2E74-46C2-9CBDEF81E338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296" name="Text 26">
              <a:extLst>
                <a:ext uri="{FF2B5EF4-FFF2-40B4-BE49-F238E27FC236}">
                  <a16:creationId xmlns:a16="http://schemas.microsoft.com/office/drawing/2014/main" id="{FEE7ECF3-8C69-7AC7-E92E-1EF8FC514BA2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297" name="Text 27">
              <a:extLst>
                <a:ext uri="{FF2B5EF4-FFF2-40B4-BE49-F238E27FC236}">
                  <a16:creationId xmlns:a16="http://schemas.microsoft.com/office/drawing/2014/main" id="{5846AAC8-450D-AD54-8856-393079F65E10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BC445894-7233-F7DE-74C8-4EA7EA4326C9}"/>
              </a:ext>
            </a:extLst>
          </p:cNvPr>
          <p:cNvGrpSpPr/>
          <p:nvPr/>
        </p:nvGrpSpPr>
        <p:grpSpPr>
          <a:xfrm>
            <a:off x="769635" y="5506573"/>
            <a:ext cx="5212080" cy="384048"/>
            <a:chOff x="769635" y="4495744"/>
            <a:chExt cx="5212080" cy="384048"/>
          </a:xfrm>
        </p:grpSpPr>
        <p:sp>
          <p:nvSpPr>
            <p:cNvPr id="271" name="Shape 29">
              <a:extLst>
                <a:ext uri="{FF2B5EF4-FFF2-40B4-BE49-F238E27FC236}">
                  <a16:creationId xmlns:a16="http://schemas.microsoft.com/office/drawing/2014/main" id="{A10DA96F-D86B-9EA8-7775-A938A0D1B216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2" name="Text 30">
              <a:extLst>
                <a:ext uri="{FF2B5EF4-FFF2-40B4-BE49-F238E27FC236}">
                  <a16:creationId xmlns:a16="http://schemas.microsoft.com/office/drawing/2014/main" id="{89C7B2CA-55B9-F031-BD0A-6032F74FC8A8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73" name="Text 31">
              <a:extLst>
                <a:ext uri="{FF2B5EF4-FFF2-40B4-BE49-F238E27FC236}">
                  <a16:creationId xmlns:a16="http://schemas.microsoft.com/office/drawing/2014/main" id="{54ACEE1D-B04E-AFC8-0D98-31CD52712DB1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274" name="Text 32">
              <a:extLst>
                <a:ext uri="{FF2B5EF4-FFF2-40B4-BE49-F238E27FC236}">
                  <a16:creationId xmlns:a16="http://schemas.microsoft.com/office/drawing/2014/main" id="{54E5117E-3790-A3B2-D0FA-F39C28C259B9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298" name="Text 33">
              <a:extLst>
                <a:ext uri="{FF2B5EF4-FFF2-40B4-BE49-F238E27FC236}">
                  <a16:creationId xmlns:a16="http://schemas.microsoft.com/office/drawing/2014/main" id="{E318A51C-0B0F-7A87-FBB7-E60F9A0F1109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299" name="Text 34">
              <a:extLst>
                <a:ext uri="{FF2B5EF4-FFF2-40B4-BE49-F238E27FC236}">
                  <a16:creationId xmlns:a16="http://schemas.microsoft.com/office/drawing/2014/main" id="{647703AE-84B7-2849-024E-C9CCCD02FDAD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614C2E64-1DEF-464A-E8F0-B631427E288E}"/>
              </a:ext>
            </a:extLst>
          </p:cNvPr>
          <p:cNvGrpSpPr/>
          <p:nvPr/>
        </p:nvGrpSpPr>
        <p:grpSpPr>
          <a:xfrm>
            <a:off x="769635" y="6218146"/>
            <a:ext cx="5212080" cy="384048"/>
            <a:chOff x="769635" y="4879792"/>
            <a:chExt cx="5212080" cy="384048"/>
          </a:xfrm>
        </p:grpSpPr>
        <p:sp>
          <p:nvSpPr>
            <p:cNvPr id="275" name="Shape 35">
              <a:extLst>
                <a:ext uri="{FF2B5EF4-FFF2-40B4-BE49-F238E27FC236}">
                  <a16:creationId xmlns:a16="http://schemas.microsoft.com/office/drawing/2014/main" id="{681E7072-F036-1D60-2388-62BB6C0E1329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6" name="Text 36">
              <a:extLst>
                <a:ext uri="{FF2B5EF4-FFF2-40B4-BE49-F238E27FC236}">
                  <a16:creationId xmlns:a16="http://schemas.microsoft.com/office/drawing/2014/main" id="{4BFAA5E1-0FF7-F350-2ACD-3E765E284803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77" name="Text 37">
              <a:extLst>
                <a:ext uri="{FF2B5EF4-FFF2-40B4-BE49-F238E27FC236}">
                  <a16:creationId xmlns:a16="http://schemas.microsoft.com/office/drawing/2014/main" id="{F6523C88-9A10-6CF5-2325-B0C5C4AC9854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278" name="Text 38">
              <a:extLst>
                <a:ext uri="{FF2B5EF4-FFF2-40B4-BE49-F238E27FC236}">
                  <a16:creationId xmlns:a16="http://schemas.microsoft.com/office/drawing/2014/main" id="{275581EA-4036-5ACB-D3CC-D97AA2A5D792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300" name="Text 39">
              <a:extLst>
                <a:ext uri="{FF2B5EF4-FFF2-40B4-BE49-F238E27FC236}">
                  <a16:creationId xmlns:a16="http://schemas.microsoft.com/office/drawing/2014/main" id="{133C888A-F556-34EB-13A9-27CB4C1B7520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301" name="Text 40">
              <a:extLst>
                <a:ext uri="{FF2B5EF4-FFF2-40B4-BE49-F238E27FC236}">
                  <a16:creationId xmlns:a16="http://schemas.microsoft.com/office/drawing/2014/main" id="{9D83BA94-2685-03DE-9924-EBD743810BB2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75F5C65A-139D-7AE6-E7BE-2177310D50B0}"/>
              </a:ext>
            </a:extLst>
          </p:cNvPr>
          <p:cNvGrpSpPr/>
          <p:nvPr/>
        </p:nvGrpSpPr>
        <p:grpSpPr>
          <a:xfrm>
            <a:off x="769635" y="4795003"/>
            <a:ext cx="5212080" cy="384048"/>
            <a:chOff x="769635" y="5263840"/>
            <a:chExt cx="5212080" cy="384048"/>
          </a:xfrm>
        </p:grpSpPr>
        <p:sp>
          <p:nvSpPr>
            <p:cNvPr id="279" name="Shape 42">
              <a:extLst>
                <a:ext uri="{FF2B5EF4-FFF2-40B4-BE49-F238E27FC236}">
                  <a16:creationId xmlns:a16="http://schemas.microsoft.com/office/drawing/2014/main" id="{BE5AC669-A3D4-9BCE-5BE8-25264BC1EBBB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0" name="Text 43">
              <a:extLst>
                <a:ext uri="{FF2B5EF4-FFF2-40B4-BE49-F238E27FC236}">
                  <a16:creationId xmlns:a16="http://schemas.microsoft.com/office/drawing/2014/main" id="{EFE6DB32-3796-3128-C01A-270267C9FA8A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281" name="Text 44">
              <a:extLst>
                <a:ext uri="{FF2B5EF4-FFF2-40B4-BE49-F238E27FC236}">
                  <a16:creationId xmlns:a16="http://schemas.microsoft.com/office/drawing/2014/main" id="{3AC632F4-A963-61C9-3848-DC59907EA622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282" name="Text 45">
              <a:extLst>
                <a:ext uri="{FF2B5EF4-FFF2-40B4-BE49-F238E27FC236}">
                  <a16:creationId xmlns:a16="http://schemas.microsoft.com/office/drawing/2014/main" id="{CD910ED6-31F6-3C66-3060-426F6AD4A5CD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302" name="Text 46">
              <a:extLst>
                <a:ext uri="{FF2B5EF4-FFF2-40B4-BE49-F238E27FC236}">
                  <a16:creationId xmlns:a16="http://schemas.microsoft.com/office/drawing/2014/main" id="{E55BA0C7-CC30-BCBB-EBB6-A548A0BD9DE4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303" name="Text 47">
              <a:extLst>
                <a:ext uri="{FF2B5EF4-FFF2-40B4-BE49-F238E27FC236}">
                  <a16:creationId xmlns:a16="http://schemas.microsoft.com/office/drawing/2014/main" id="{AFF4D6AE-D2D5-31FB-2CF1-82F896607785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920BBCC2-34D2-DE6C-2246-291E3E0625E3}"/>
              </a:ext>
            </a:extLst>
          </p:cNvPr>
          <p:cNvGrpSpPr/>
          <p:nvPr/>
        </p:nvGrpSpPr>
        <p:grpSpPr>
          <a:xfrm>
            <a:off x="769635" y="4083433"/>
            <a:ext cx="5212080" cy="384048"/>
            <a:chOff x="769635" y="5647888"/>
            <a:chExt cx="5212080" cy="384048"/>
          </a:xfrm>
        </p:grpSpPr>
        <p:sp>
          <p:nvSpPr>
            <p:cNvPr id="283" name="Shape 48">
              <a:extLst>
                <a:ext uri="{FF2B5EF4-FFF2-40B4-BE49-F238E27FC236}">
                  <a16:creationId xmlns:a16="http://schemas.microsoft.com/office/drawing/2014/main" id="{589FC88B-DC5A-55A9-1529-F3141A2A5C62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4" name="Text 49">
              <a:extLst>
                <a:ext uri="{FF2B5EF4-FFF2-40B4-BE49-F238E27FC236}">
                  <a16:creationId xmlns:a16="http://schemas.microsoft.com/office/drawing/2014/main" id="{80E876B1-EA1E-1843-6987-E44649543A91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285" name="Text 50">
              <a:extLst>
                <a:ext uri="{FF2B5EF4-FFF2-40B4-BE49-F238E27FC236}">
                  <a16:creationId xmlns:a16="http://schemas.microsoft.com/office/drawing/2014/main" id="{27C738F8-3ACF-A9F7-E7D3-6D1E1EDD050A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86" name="Text 51">
              <a:extLst>
                <a:ext uri="{FF2B5EF4-FFF2-40B4-BE49-F238E27FC236}">
                  <a16:creationId xmlns:a16="http://schemas.microsoft.com/office/drawing/2014/main" id="{376732D2-5D96-53F4-FEF0-456BDB4D7E57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304" name="Text 52">
              <a:extLst>
                <a:ext uri="{FF2B5EF4-FFF2-40B4-BE49-F238E27FC236}">
                  <a16:creationId xmlns:a16="http://schemas.microsoft.com/office/drawing/2014/main" id="{B8E0DA7D-8802-1DE9-7644-60FC27134E92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5" name="Text 53">
              <a:extLst>
                <a:ext uri="{FF2B5EF4-FFF2-40B4-BE49-F238E27FC236}">
                  <a16:creationId xmlns:a16="http://schemas.microsoft.com/office/drawing/2014/main" id="{64ACCA47-4701-16D9-EEC6-058EDA790A67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E36879F-5D4A-BB22-FF50-18AA58A2C529}"/>
              </a:ext>
            </a:extLst>
          </p:cNvPr>
          <p:cNvGrpSpPr/>
          <p:nvPr/>
        </p:nvGrpSpPr>
        <p:grpSpPr>
          <a:xfrm>
            <a:off x="769635" y="4439218"/>
            <a:ext cx="5212080" cy="384048"/>
            <a:chOff x="769635" y="6031936"/>
            <a:chExt cx="5212080" cy="384048"/>
          </a:xfrm>
        </p:grpSpPr>
        <p:sp>
          <p:nvSpPr>
            <p:cNvPr id="287" name="Shape 55">
              <a:extLst>
                <a:ext uri="{FF2B5EF4-FFF2-40B4-BE49-F238E27FC236}">
                  <a16:creationId xmlns:a16="http://schemas.microsoft.com/office/drawing/2014/main" id="{8E0332AD-1222-F2A4-A492-90297ED3F487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8" name="Text 56">
              <a:extLst>
                <a:ext uri="{FF2B5EF4-FFF2-40B4-BE49-F238E27FC236}">
                  <a16:creationId xmlns:a16="http://schemas.microsoft.com/office/drawing/2014/main" id="{E5A6FEA2-E217-9F68-B950-D212F668796D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289" name="Text 57">
              <a:extLst>
                <a:ext uri="{FF2B5EF4-FFF2-40B4-BE49-F238E27FC236}">
                  <a16:creationId xmlns:a16="http://schemas.microsoft.com/office/drawing/2014/main" id="{DF515E6E-D0FE-8706-02E6-25980C99D901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90" name="Text 58">
              <a:extLst>
                <a:ext uri="{FF2B5EF4-FFF2-40B4-BE49-F238E27FC236}">
                  <a16:creationId xmlns:a16="http://schemas.microsoft.com/office/drawing/2014/main" id="{181D920F-747B-F000-7F0B-B338076B171F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306" name="Text 59">
              <a:extLst>
                <a:ext uri="{FF2B5EF4-FFF2-40B4-BE49-F238E27FC236}">
                  <a16:creationId xmlns:a16="http://schemas.microsoft.com/office/drawing/2014/main" id="{E41CDA71-0222-FCE1-123F-48C4EB214BEC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7" name="Text 60">
              <a:extLst>
                <a:ext uri="{FF2B5EF4-FFF2-40B4-BE49-F238E27FC236}">
                  <a16:creationId xmlns:a16="http://schemas.microsoft.com/office/drawing/2014/main" id="{EF750F97-C3F7-C185-CB95-7BFA58F3741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CD15C070-CA3E-936C-1D0E-7E1189A4EACE}"/>
              </a:ext>
            </a:extLst>
          </p:cNvPr>
          <p:cNvGrpSpPr/>
          <p:nvPr/>
        </p:nvGrpSpPr>
        <p:grpSpPr>
          <a:xfrm>
            <a:off x="769635" y="5862358"/>
            <a:ext cx="5212080" cy="384048"/>
            <a:chOff x="769635" y="6415984"/>
            <a:chExt cx="5212080" cy="384048"/>
          </a:xfrm>
        </p:grpSpPr>
        <p:sp>
          <p:nvSpPr>
            <p:cNvPr id="291" name="Shape 61">
              <a:extLst>
                <a:ext uri="{FF2B5EF4-FFF2-40B4-BE49-F238E27FC236}">
                  <a16:creationId xmlns:a16="http://schemas.microsoft.com/office/drawing/2014/main" id="{0C884801-B865-A3FA-E1FE-D899D7D7905F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2" name="Text 62">
              <a:extLst>
                <a:ext uri="{FF2B5EF4-FFF2-40B4-BE49-F238E27FC236}">
                  <a16:creationId xmlns:a16="http://schemas.microsoft.com/office/drawing/2014/main" id="{5D7A6E2A-CC6F-D120-88E2-850C7C036FDE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293" name="Text 63">
              <a:extLst>
                <a:ext uri="{FF2B5EF4-FFF2-40B4-BE49-F238E27FC236}">
                  <a16:creationId xmlns:a16="http://schemas.microsoft.com/office/drawing/2014/main" id="{BF587658-0C4B-E109-6A1D-C7FC3D4059AF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294" name="Text 64">
              <a:extLst>
                <a:ext uri="{FF2B5EF4-FFF2-40B4-BE49-F238E27FC236}">
                  <a16:creationId xmlns:a16="http://schemas.microsoft.com/office/drawing/2014/main" id="{883C899C-AC39-D654-8CF4-53375340CD10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308" name="Text 65">
              <a:extLst>
                <a:ext uri="{FF2B5EF4-FFF2-40B4-BE49-F238E27FC236}">
                  <a16:creationId xmlns:a16="http://schemas.microsoft.com/office/drawing/2014/main" id="{FA8AF7FB-1594-BA9C-FA2C-F4C0C8A6DD22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309" name="Text 66">
              <a:extLst>
                <a:ext uri="{FF2B5EF4-FFF2-40B4-BE49-F238E27FC236}">
                  <a16:creationId xmlns:a16="http://schemas.microsoft.com/office/drawing/2014/main" id="{2B90C320-2149-F322-DF7E-953AA0C4A66E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310" name="Text 3">
            <a:extLst>
              <a:ext uri="{FF2B5EF4-FFF2-40B4-BE49-F238E27FC236}">
                <a16:creationId xmlns:a16="http://schemas.microsoft.com/office/drawing/2014/main" id="{F2B12A89-9A8A-31D8-324F-D908BA9088EF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B2DF482F-1FC2-72C9-2993-6A2FCA124B0A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312" name="Shape 4">
              <a:extLst>
                <a:ext uri="{FF2B5EF4-FFF2-40B4-BE49-F238E27FC236}">
                  <a16:creationId xmlns:a16="http://schemas.microsoft.com/office/drawing/2014/main" id="{EDC4F28D-9FEF-7CF9-2843-A1ACF76FE95F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313" name="Text 6">
              <a:extLst>
                <a:ext uri="{FF2B5EF4-FFF2-40B4-BE49-F238E27FC236}">
                  <a16:creationId xmlns:a16="http://schemas.microsoft.com/office/drawing/2014/main" id="{0C4BEBB9-6418-7573-DCD0-A61785286B65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7352BCAD-2CCA-D473-23E7-710F2FCEEFB1}"/>
              </a:ext>
            </a:extLst>
          </p:cNvPr>
          <p:cNvSpPr txBox="1"/>
          <p:nvPr/>
        </p:nvSpPr>
        <p:spPr>
          <a:xfrm>
            <a:off x="1163847" y="2096480"/>
            <a:ext cx="3315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predicted</a:t>
            </a:r>
            <a:r>
              <a:rPr lang="en-US" sz="2000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-10.78 + 0.3863 (32)</a:t>
            </a:r>
            <a:endParaRPr lang="en-US" sz="2000" b="1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F434A098-6BFF-1292-6F28-F3AD8ED25B88}"/>
              </a:ext>
            </a:extLst>
          </p:cNvPr>
          <p:cNvSpPr txBox="1"/>
          <p:nvPr/>
        </p:nvSpPr>
        <p:spPr>
          <a:xfrm>
            <a:off x="2234827" y="240708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-10.78 + 12.361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38FFFFB3-4363-D506-534A-B08C42DDC52E}"/>
              </a:ext>
            </a:extLst>
          </p:cNvPr>
          <p:cNvSpPr txBox="1"/>
          <p:nvPr/>
        </p:nvSpPr>
        <p:spPr>
          <a:xfrm>
            <a:off x="3919152" y="240425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1.58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2813121C-EE38-2CE1-690A-56C37181CAB9}"/>
              </a:ext>
            </a:extLst>
          </p:cNvPr>
          <p:cNvSpPr txBox="1"/>
          <p:nvPr/>
        </p:nvSpPr>
        <p:spPr>
          <a:xfrm>
            <a:off x="1307324" y="2776412"/>
            <a:ext cx="241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residual  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1.06 – 1.58</a:t>
            </a:r>
            <a:endParaRPr lang="en-US" sz="2000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2EE5E2B9-2670-1597-0C06-357533E50E00}"/>
              </a:ext>
            </a:extLst>
          </p:cNvPr>
          <p:cNvSpPr txBox="1"/>
          <p:nvPr/>
        </p:nvSpPr>
        <p:spPr>
          <a:xfrm>
            <a:off x="3625108" y="2786298"/>
            <a:ext cx="11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-0.52</a:t>
            </a:r>
            <a:endParaRPr lang="en-US" sz="2000" dirty="0"/>
          </a:p>
        </p:txBody>
      </p:sp>
      <p:sp>
        <p:nvSpPr>
          <p:cNvPr id="319" name="Text 3">
            <a:extLst>
              <a:ext uri="{FF2B5EF4-FFF2-40B4-BE49-F238E27FC236}">
                <a16:creationId xmlns:a16="http://schemas.microsoft.com/office/drawing/2014/main" id="{30B2E793-79F0-AC18-18F6-E0173E566E91}"/>
              </a:ext>
            </a:extLst>
          </p:cNvPr>
          <p:cNvSpPr/>
          <p:nvPr/>
        </p:nvSpPr>
        <p:spPr>
          <a:xfrm>
            <a:off x="837477" y="1944624"/>
            <a:ext cx="746387" cy="248271"/>
          </a:xfrm>
          <a:prstGeom prst="roundRect">
            <a:avLst/>
          </a:prstGeom>
          <a:solidFill>
            <a:srgbClr val="D4191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Example</a:t>
            </a:r>
          </a:p>
        </p:txBody>
      </p:sp>
      <p:sp>
        <p:nvSpPr>
          <p:cNvPr id="321" name="SlopeArrow">
            <a:extLst>
              <a:ext uri="{FF2B5EF4-FFF2-40B4-BE49-F238E27FC236}">
                <a16:creationId xmlns:a16="http://schemas.microsoft.com/office/drawing/2014/main" id="{9B89EBBB-D74D-5EAC-34F0-3320408DE2DE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322" name="Shape 45">
            <a:extLst>
              <a:ext uri="{FF2B5EF4-FFF2-40B4-BE49-F238E27FC236}">
                <a16:creationId xmlns:a16="http://schemas.microsoft.com/office/drawing/2014/main" id="{57AA8C97-0110-F241-40E5-30182C78BCE0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FE28213-672D-426E-FB63-6E58FC32DF84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324" name="Shape 12">
              <a:extLst>
                <a:ext uri="{FF2B5EF4-FFF2-40B4-BE49-F238E27FC236}">
                  <a16:creationId xmlns:a16="http://schemas.microsoft.com/office/drawing/2014/main" id="{0E2C3B0E-73B8-510B-6502-13A60A0198A3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325" name="Shape 8">
              <a:extLst>
                <a:ext uri="{FF2B5EF4-FFF2-40B4-BE49-F238E27FC236}">
                  <a16:creationId xmlns:a16="http://schemas.microsoft.com/office/drawing/2014/main" id="{ADE8F44E-0FC4-2B9D-7CD7-392D373627CF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6" name="Shape 9">
              <a:extLst>
                <a:ext uri="{FF2B5EF4-FFF2-40B4-BE49-F238E27FC236}">
                  <a16:creationId xmlns:a16="http://schemas.microsoft.com/office/drawing/2014/main" id="{28B01366-BA85-1AFC-A8D7-1F66981FCA19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7" name="Shape 10">
              <a:extLst>
                <a:ext uri="{FF2B5EF4-FFF2-40B4-BE49-F238E27FC236}">
                  <a16:creationId xmlns:a16="http://schemas.microsoft.com/office/drawing/2014/main" id="{D8E54377-ADBB-CD4B-6AE4-C5D8976E11C0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8" name="Shape 11">
              <a:extLst>
                <a:ext uri="{FF2B5EF4-FFF2-40B4-BE49-F238E27FC236}">
                  <a16:creationId xmlns:a16="http://schemas.microsoft.com/office/drawing/2014/main" id="{C4802953-74A5-0F7E-3850-D708A5B5807E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9" name="Shape 13">
              <a:extLst>
                <a:ext uri="{FF2B5EF4-FFF2-40B4-BE49-F238E27FC236}">
                  <a16:creationId xmlns:a16="http://schemas.microsoft.com/office/drawing/2014/main" id="{805F1B43-538E-8A44-7E61-29CD111A652A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0" name="Shape 14">
              <a:extLst>
                <a:ext uri="{FF2B5EF4-FFF2-40B4-BE49-F238E27FC236}">
                  <a16:creationId xmlns:a16="http://schemas.microsoft.com/office/drawing/2014/main" id="{37E38871-648B-0A40-190E-84A53EEA8525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1" name="Shape 15">
              <a:extLst>
                <a:ext uri="{FF2B5EF4-FFF2-40B4-BE49-F238E27FC236}">
                  <a16:creationId xmlns:a16="http://schemas.microsoft.com/office/drawing/2014/main" id="{2C472DDB-C88C-71F3-0E0D-5E413A034025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2" name="Shape 16">
              <a:extLst>
                <a:ext uri="{FF2B5EF4-FFF2-40B4-BE49-F238E27FC236}">
                  <a16:creationId xmlns:a16="http://schemas.microsoft.com/office/drawing/2014/main" id="{C28AF7C9-83EC-D14D-F6C5-C5813EC71A17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3" name="Shape 17">
              <a:extLst>
                <a:ext uri="{FF2B5EF4-FFF2-40B4-BE49-F238E27FC236}">
                  <a16:creationId xmlns:a16="http://schemas.microsoft.com/office/drawing/2014/main" id="{F427F216-A000-BD38-7121-EF8BBDD6639A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4" name="Shape 18">
              <a:extLst>
                <a:ext uri="{FF2B5EF4-FFF2-40B4-BE49-F238E27FC236}">
                  <a16:creationId xmlns:a16="http://schemas.microsoft.com/office/drawing/2014/main" id="{37A7F922-863B-B6B7-CE91-F34BEDA74089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5" name="Shape 19">
              <a:extLst>
                <a:ext uri="{FF2B5EF4-FFF2-40B4-BE49-F238E27FC236}">
                  <a16:creationId xmlns:a16="http://schemas.microsoft.com/office/drawing/2014/main" id="{964BE919-A18E-A701-3ADC-5B6A466D3F66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6" name="Shape 20">
              <a:extLst>
                <a:ext uri="{FF2B5EF4-FFF2-40B4-BE49-F238E27FC236}">
                  <a16:creationId xmlns:a16="http://schemas.microsoft.com/office/drawing/2014/main" id="{F75047E3-A368-A48A-62D9-FCF988155F7A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7" name="Shape 21">
              <a:extLst>
                <a:ext uri="{FF2B5EF4-FFF2-40B4-BE49-F238E27FC236}">
                  <a16:creationId xmlns:a16="http://schemas.microsoft.com/office/drawing/2014/main" id="{87B746E2-6D1A-F397-CCF2-17CA50DE6CD0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8" name="Text 22">
              <a:extLst>
                <a:ext uri="{FF2B5EF4-FFF2-40B4-BE49-F238E27FC236}">
                  <a16:creationId xmlns:a16="http://schemas.microsoft.com/office/drawing/2014/main" id="{95578482-0E09-12CF-34BF-51003E67A295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39" name="Shape 23">
              <a:extLst>
                <a:ext uri="{FF2B5EF4-FFF2-40B4-BE49-F238E27FC236}">
                  <a16:creationId xmlns:a16="http://schemas.microsoft.com/office/drawing/2014/main" id="{A792D847-DCEE-7861-76FA-75B83FF2DAC4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0" name="Text 24">
              <a:extLst>
                <a:ext uri="{FF2B5EF4-FFF2-40B4-BE49-F238E27FC236}">
                  <a16:creationId xmlns:a16="http://schemas.microsoft.com/office/drawing/2014/main" id="{1BB514DD-FF0B-4D5C-9D16-ADDEE1DB2225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41" name="Shape 25">
              <a:extLst>
                <a:ext uri="{FF2B5EF4-FFF2-40B4-BE49-F238E27FC236}">
                  <a16:creationId xmlns:a16="http://schemas.microsoft.com/office/drawing/2014/main" id="{F92E33E7-C51C-0309-02C1-9ED2D98C670F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2" name="Text 26">
              <a:extLst>
                <a:ext uri="{FF2B5EF4-FFF2-40B4-BE49-F238E27FC236}">
                  <a16:creationId xmlns:a16="http://schemas.microsoft.com/office/drawing/2014/main" id="{92145A74-8391-A0A1-7E6A-6653CF2CDF1F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343" name="Shape 27">
              <a:extLst>
                <a:ext uri="{FF2B5EF4-FFF2-40B4-BE49-F238E27FC236}">
                  <a16:creationId xmlns:a16="http://schemas.microsoft.com/office/drawing/2014/main" id="{FBF10575-F2B4-3BE9-8761-F8D3A9B433FA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4" name="Text 28">
              <a:extLst>
                <a:ext uri="{FF2B5EF4-FFF2-40B4-BE49-F238E27FC236}">
                  <a16:creationId xmlns:a16="http://schemas.microsoft.com/office/drawing/2014/main" id="{9C710938-BCBF-C6F4-F8C3-0898F07CCF06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345" name="Shape 29">
              <a:extLst>
                <a:ext uri="{FF2B5EF4-FFF2-40B4-BE49-F238E27FC236}">
                  <a16:creationId xmlns:a16="http://schemas.microsoft.com/office/drawing/2014/main" id="{14CE0C64-0512-E438-B058-E3FD77E40093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6" name="Text 30">
              <a:extLst>
                <a:ext uri="{FF2B5EF4-FFF2-40B4-BE49-F238E27FC236}">
                  <a16:creationId xmlns:a16="http://schemas.microsoft.com/office/drawing/2014/main" id="{D6A929FB-10D4-1E2F-A78B-827A90A14B16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347" name="Shape 31">
              <a:extLst>
                <a:ext uri="{FF2B5EF4-FFF2-40B4-BE49-F238E27FC236}">
                  <a16:creationId xmlns:a16="http://schemas.microsoft.com/office/drawing/2014/main" id="{F20C3A9D-D87B-9822-60B2-54439AF12AC2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8" name="Text 32">
              <a:extLst>
                <a:ext uri="{FF2B5EF4-FFF2-40B4-BE49-F238E27FC236}">
                  <a16:creationId xmlns:a16="http://schemas.microsoft.com/office/drawing/2014/main" id="{C7E219D2-502F-FA88-1558-85C2E07C0731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49" name="Shape 33">
              <a:extLst>
                <a:ext uri="{FF2B5EF4-FFF2-40B4-BE49-F238E27FC236}">
                  <a16:creationId xmlns:a16="http://schemas.microsoft.com/office/drawing/2014/main" id="{04295A5B-835C-0183-ECD3-D99634A70DDD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0" name="Text 34">
              <a:extLst>
                <a:ext uri="{FF2B5EF4-FFF2-40B4-BE49-F238E27FC236}">
                  <a16:creationId xmlns:a16="http://schemas.microsoft.com/office/drawing/2014/main" id="{E98354EA-5B80-1FCB-B069-2036A7F7C2E0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51" name="Shape 35">
              <a:extLst>
                <a:ext uri="{FF2B5EF4-FFF2-40B4-BE49-F238E27FC236}">
                  <a16:creationId xmlns:a16="http://schemas.microsoft.com/office/drawing/2014/main" id="{76C4ADDC-FCFD-261D-E50E-B2B523A6B634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2" name="Text 36">
              <a:extLst>
                <a:ext uri="{FF2B5EF4-FFF2-40B4-BE49-F238E27FC236}">
                  <a16:creationId xmlns:a16="http://schemas.microsoft.com/office/drawing/2014/main" id="{081EF7F8-6580-9221-C0EC-7B676588516F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3" name="Shape 37">
              <a:extLst>
                <a:ext uri="{FF2B5EF4-FFF2-40B4-BE49-F238E27FC236}">
                  <a16:creationId xmlns:a16="http://schemas.microsoft.com/office/drawing/2014/main" id="{5D0AE426-E68B-AA73-BF64-B378F263DD5E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4" name="Text 38">
              <a:extLst>
                <a:ext uri="{FF2B5EF4-FFF2-40B4-BE49-F238E27FC236}">
                  <a16:creationId xmlns:a16="http://schemas.microsoft.com/office/drawing/2014/main" id="{980559FB-7EA0-E2FA-A1F8-89BA1E7AADEC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55" name="Shape 39">
              <a:extLst>
                <a:ext uri="{FF2B5EF4-FFF2-40B4-BE49-F238E27FC236}">
                  <a16:creationId xmlns:a16="http://schemas.microsoft.com/office/drawing/2014/main" id="{08DA85AF-E2D2-0E3D-6BCC-B021B96BF18C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6" name="Text 40">
              <a:extLst>
                <a:ext uri="{FF2B5EF4-FFF2-40B4-BE49-F238E27FC236}">
                  <a16:creationId xmlns:a16="http://schemas.microsoft.com/office/drawing/2014/main" id="{DF1F3589-8617-4F23-9E3F-BDA34C3DBE56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57" name="Shape 41">
              <a:extLst>
                <a:ext uri="{FF2B5EF4-FFF2-40B4-BE49-F238E27FC236}">
                  <a16:creationId xmlns:a16="http://schemas.microsoft.com/office/drawing/2014/main" id="{F4E97C8D-C976-A726-D7B0-4212828B840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8" name="Text 42">
              <a:extLst>
                <a:ext uri="{FF2B5EF4-FFF2-40B4-BE49-F238E27FC236}">
                  <a16:creationId xmlns:a16="http://schemas.microsoft.com/office/drawing/2014/main" id="{3E7CA1E9-150E-72B5-5C0C-9B1B696C839C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359" name="Text 43">
              <a:extLst>
                <a:ext uri="{FF2B5EF4-FFF2-40B4-BE49-F238E27FC236}">
                  <a16:creationId xmlns:a16="http://schemas.microsoft.com/office/drawing/2014/main" id="{2914AF6E-B8C0-ADDB-DD29-8E60230417F7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360" name="Text 44">
              <a:extLst>
                <a:ext uri="{FF2B5EF4-FFF2-40B4-BE49-F238E27FC236}">
                  <a16:creationId xmlns:a16="http://schemas.microsoft.com/office/drawing/2014/main" id="{59FB5ADD-8B28-99CE-F92A-1D4D1AC54DE1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361" name="Shape 46">
              <a:extLst>
                <a:ext uri="{FF2B5EF4-FFF2-40B4-BE49-F238E27FC236}">
                  <a16:creationId xmlns:a16="http://schemas.microsoft.com/office/drawing/2014/main" id="{2C015ECF-A023-DD5F-2639-0209F3222B5E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2" name="Text 47">
              <a:extLst>
                <a:ext uri="{FF2B5EF4-FFF2-40B4-BE49-F238E27FC236}">
                  <a16:creationId xmlns:a16="http://schemas.microsoft.com/office/drawing/2014/main" id="{64D84673-AAD7-EC8D-150C-70585AB62403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363" name="Shape 48">
              <a:extLst>
                <a:ext uri="{FF2B5EF4-FFF2-40B4-BE49-F238E27FC236}">
                  <a16:creationId xmlns:a16="http://schemas.microsoft.com/office/drawing/2014/main" id="{0FE01BA7-0887-6177-AA12-DD1BA1AAE797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4" name="Text 49">
              <a:extLst>
                <a:ext uri="{FF2B5EF4-FFF2-40B4-BE49-F238E27FC236}">
                  <a16:creationId xmlns:a16="http://schemas.microsoft.com/office/drawing/2014/main" id="{A3E4D643-EF28-76E2-5E6D-289A013DF1A7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365" name="Shape 50">
              <a:extLst>
                <a:ext uri="{FF2B5EF4-FFF2-40B4-BE49-F238E27FC236}">
                  <a16:creationId xmlns:a16="http://schemas.microsoft.com/office/drawing/2014/main" id="{00B2D786-BE26-EDE4-812A-65E6816A252F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6" name="Text 51">
              <a:extLst>
                <a:ext uri="{FF2B5EF4-FFF2-40B4-BE49-F238E27FC236}">
                  <a16:creationId xmlns:a16="http://schemas.microsoft.com/office/drawing/2014/main" id="{2B68183B-AFEE-756D-7706-DD1E19C7E6E8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367" name="Shape 52">
              <a:extLst>
                <a:ext uri="{FF2B5EF4-FFF2-40B4-BE49-F238E27FC236}">
                  <a16:creationId xmlns:a16="http://schemas.microsoft.com/office/drawing/2014/main" id="{18FAD05E-AAF6-1BFC-A0FA-C68642F2EF39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8" name="Text 53">
              <a:extLst>
                <a:ext uri="{FF2B5EF4-FFF2-40B4-BE49-F238E27FC236}">
                  <a16:creationId xmlns:a16="http://schemas.microsoft.com/office/drawing/2014/main" id="{0878275B-6596-D5BD-1A25-DDA808D0048C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369" name="Shape 54">
              <a:extLst>
                <a:ext uri="{FF2B5EF4-FFF2-40B4-BE49-F238E27FC236}">
                  <a16:creationId xmlns:a16="http://schemas.microsoft.com/office/drawing/2014/main" id="{4EE7EE9E-1F95-6D96-858B-0C2783865C05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0" name="Text 55">
              <a:extLst>
                <a:ext uri="{FF2B5EF4-FFF2-40B4-BE49-F238E27FC236}">
                  <a16:creationId xmlns:a16="http://schemas.microsoft.com/office/drawing/2014/main" id="{D0853ACD-CDDE-49D2-B8AF-6910761CC59C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371" name="Shape 56">
              <a:extLst>
                <a:ext uri="{FF2B5EF4-FFF2-40B4-BE49-F238E27FC236}">
                  <a16:creationId xmlns:a16="http://schemas.microsoft.com/office/drawing/2014/main" id="{AB447520-AF14-48AC-731B-7CC132E25885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2" name="Text 57">
              <a:extLst>
                <a:ext uri="{FF2B5EF4-FFF2-40B4-BE49-F238E27FC236}">
                  <a16:creationId xmlns:a16="http://schemas.microsoft.com/office/drawing/2014/main" id="{4F7406FD-C1EB-6DF7-F101-D53C06C732FE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373" name="Shape 58">
              <a:extLst>
                <a:ext uri="{FF2B5EF4-FFF2-40B4-BE49-F238E27FC236}">
                  <a16:creationId xmlns:a16="http://schemas.microsoft.com/office/drawing/2014/main" id="{753A68E2-ADD9-3DD6-E452-495E4810924C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4" name="Text 59">
              <a:extLst>
                <a:ext uri="{FF2B5EF4-FFF2-40B4-BE49-F238E27FC236}">
                  <a16:creationId xmlns:a16="http://schemas.microsoft.com/office/drawing/2014/main" id="{2599F39D-93FF-C32E-66A8-89E1FE283DC0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375" name="Shape 60">
              <a:extLst>
                <a:ext uri="{FF2B5EF4-FFF2-40B4-BE49-F238E27FC236}">
                  <a16:creationId xmlns:a16="http://schemas.microsoft.com/office/drawing/2014/main" id="{7CBD391D-1BC8-D80D-66FE-0544F7B97916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6" name="Text 61">
              <a:extLst>
                <a:ext uri="{FF2B5EF4-FFF2-40B4-BE49-F238E27FC236}">
                  <a16:creationId xmlns:a16="http://schemas.microsoft.com/office/drawing/2014/main" id="{1BE0F33E-07F8-F6FA-E14B-63857ACA8691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9E79B668-9BE5-45A1-1B9D-6F9039B33F6A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378" name="Shape 48">
              <a:extLst>
                <a:ext uri="{FF2B5EF4-FFF2-40B4-BE49-F238E27FC236}">
                  <a16:creationId xmlns:a16="http://schemas.microsoft.com/office/drawing/2014/main" id="{36748963-96BA-A3C9-BA80-81DC11B37EA3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9" name="Shape 48">
              <a:extLst>
                <a:ext uri="{FF2B5EF4-FFF2-40B4-BE49-F238E27FC236}">
                  <a16:creationId xmlns:a16="http://schemas.microsoft.com/office/drawing/2014/main" id="{29DC888D-DCE9-3519-C4BB-A00E8BCB8726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380" name="Shape 48">
              <a:extLst>
                <a:ext uri="{FF2B5EF4-FFF2-40B4-BE49-F238E27FC236}">
                  <a16:creationId xmlns:a16="http://schemas.microsoft.com/office/drawing/2014/main" id="{805ACD2F-9DCC-9E00-1860-EB49210431AE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1" name="Shape 48">
              <a:extLst>
                <a:ext uri="{FF2B5EF4-FFF2-40B4-BE49-F238E27FC236}">
                  <a16:creationId xmlns:a16="http://schemas.microsoft.com/office/drawing/2014/main" id="{00B9BBFB-D790-2CF1-CBA5-68941DDEEB77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2" name="Shape 48">
              <a:extLst>
                <a:ext uri="{FF2B5EF4-FFF2-40B4-BE49-F238E27FC236}">
                  <a16:creationId xmlns:a16="http://schemas.microsoft.com/office/drawing/2014/main" id="{D444AE22-CC4D-4C28-4D08-BF72B43D9BD4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3" name="Shape 48">
              <a:extLst>
                <a:ext uri="{FF2B5EF4-FFF2-40B4-BE49-F238E27FC236}">
                  <a16:creationId xmlns:a16="http://schemas.microsoft.com/office/drawing/2014/main" id="{4A3222D3-134F-0C28-B469-698C65E52C12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4" name="Shape 48">
              <a:extLst>
                <a:ext uri="{FF2B5EF4-FFF2-40B4-BE49-F238E27FC236}">
                  <a16:creationId xmlns:a16="http://schemas.microsoft.com/office/drawing/2014/main" id="{5155D7A8-7A8C-8EB9-A0E9-ED6E40036DAF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5" name="Shape 48">
              <a:extLst>
                <a:ext uri="{FF2B5EF4-FFF2-40B4-BE49-F238E27FC236}">
                  <a16:creationId xmlns:a16="http://schemas.microsoft.com/office/drawing/2014/main" id="{D2D566E2-CE07-3FF0-ABB6-261EF9F82637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397" name="Text 2">
            <a:extLst>
              <a:ext uri="{FF2B5EF4-FFF2-40B4-BE49-F238E27FC236}">
                <a16:creationId xmlns:a16="http://schemas.microsoft.com/office/drawing/2014/main" id="{8D5BC655-A022-832C-DC5F-37D8EDB274B1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263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0321-8D80-7C1D-FDAB-ED35A0F3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C1368-0875-E2C2-7759-A4971804ECA6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697F10-E722-273E-58AC-9F5B0B194A1F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D7B3D0-1BF9-ACDE-5D9B-B32502AA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5F5004-F069-8DB0-A866-207B9F711127}"/>
              </a:ext>
            </a:extLst>
          </p:cNvPr>
          <p:cNvCxnSpPr>
            <a:cxnSpLocks/>
          </p:cNvCxnSpPr>
          <p:nvPr/>
        </p:nvCxnSpPr>
        <p:spPr>
          <a:xfrm flipH="1">
            <a:off x="6712772" y="3143778"/>
            <a:ext cx="785769" cy="1406707"/>
          </a:xfrm>
          <a:prstGeom prst="straightConnector1">
            <a:avLst/>
          </a:prstGeom>
          <a:ln w="38100">
            <a:solidFill>
              <a:srgbClr val="E4191B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6592E3-39E6-6C24-E8CA-E93B89F7305D}"/>
              </a:ext>
            </a:extLst>
          </p:cNvPr>
          <p:cNvCxnSpPr>
            <a:cxnSpLocks/>
          </p:cNvCxnSpPr>
          <p:nvPr/>
        </p:nvCxnSpPr>
        <p:spPr>
          <a:xfrm>
            <a:off x="9242211" y="1690514"/>
            <a:ext cx="1486409" cy="2946444"/>
          </a:xfrm>
          <a:prstGeom prst="straightConnector1">
            <a:avLst/>
          </a:prstGeom>
          <a:ln w="38100">
            <a:solidFill>
              <a:srgbClr val="894693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92F107-C7D8-BA6B-0D0F-56B9F97352FD}"/>
              </a:ext>
            </a:extLst>
          </p:cNvPr>
          <p:cNvCxnSpPr>
            <a:cxnSpLocks/>
          </p:cNvCxnSpPr>
          <p:nvPr/>
        </p:nvCxnSpPr>
        <p:spPr>
          <a:xfrm flipV="1">
            <a:off x="5255046" y="5167486"/>
            <a:ext cx="5359868" cy="1265587"/>
          </a:xfrm>
          <a:prstGeom prst="straightConnector1">
            <a:avLst/>
          </a:prstGeom>
          <a:ln w="38100">
            <a:solidFill>
              <a:srgbClr val="894693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Shape 47">
            <a:extLst>
              <a:ext uri="{FF2B5EF4-FFF2-40B4-BE49-F238E27FC236}">
                <a16:creationId xmlns:a16="http://schemas.microsoft.com/office/drawing/2014/main" id="{4E83080A-C312-4B66-2127-7991822886D5}"/>
              </a:ext>
            </a:extLst>
          </p:cNvPr>
          <p:cNvSpPr/>
          <p:nvPr/>
        </p:nvSpPr>
        <p:spPr>
          <a:xfrm>
            <a:off x="7418376" y="5352340"/>
            <a:ext cx="2301254" cy="622706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1Q, Median, 3Q</a:t>
            </a:r>
          </a:p>
          <a:p>
            <a:pPr algn="ctr"/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interpolated</a:t>
            </a:r>
          </a:p>
        </p:txBody>
      </p:sp>
      <p:sp>
        <p:nvSpPr>
          <p:cNvPr id="252" name="Shape 4">
            <a:extLst>
              <a:ext uri="{FF2B5EF4-FFF2-40B4-BE49-F238E27FC236}">
                <a16:creationId xmlns:a16="http://schemas.microsoft.com/office/drawing/2014/main" id="{6FF14117-6A09-2F12-51D9-EEB691B6D616}"/>
              </a:ext>
            </a:extLst>
          </p:cNvPr>
          <p:cNvSpPr/>
          <p:nvPr/>
        </p:nvSpPr>
        <p:spPr>
          <a:xfrm>
            <a:off x="870331" y="1996279"/>
            <a:ext cx="4164376" cy="1227761"/>
          </a:xfrm>
          <a:prstGeom prst="roundRect">
            <a:avLst/>
          </a:prstGeom>
          <a:solidFill>
            <a:srgbClr val="D4191C">
              <a:alpha val="5882"/>
            </a:srgbClr>
          </a:solidFill>
          <a:ln w="15240">
            <a:noFill/>
            <a:prstDash val="solid"/>
          </a:ln>
        </p:spPr>
        <p:txBody>
          <a:bodyPr anchor="ctr"/>
          <a:lstStyle/>
          <a:p>
            <a:pPr algn="ctr"/>
            <a:endParaRPr lang="en-US" sz="2800" dirty="0"/>
          </a:p>
        </p:txBody>
      </p:sp>
      <p:sp>
        <p:nvSpPr>
          <p:cNvPr id="310" name="Text 3">
            <a:extLst>
              <a:ext uri="{FF2B5EF4-FFF2-40B4-BE49-F238E27FC236}">
                <a16:creationId xmlns:a16="http://schemas.microsoft.com/office/drawing/2014/main" id="{9154A052-6102-CAF5-1EA3-6C92AFBE930D}"/>
              </a:ext>
            </a:extLst>
          </p:cNvPr>
          <p:cNvSpPr/>
          <p:nvPr/>
        </p:nvSpPr>
        <p:spPr>
          <a:xfrm>
            <a:off x="502920" y="728329"/>
            <a:ext cx="5875846" cy="683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The difference between an observed data point and the value predicted by the regression line</a:t>
            </a: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2BAE1275-C0E7-3F07-0B0E-7FAD95FE8040}"/>
              </a:ext>
            </a:extLst>
          </p:cNvPr>
          <p:cNvGrpSpPr/>
          <p:nvPr/>
        </p:nvGrpSpPr>
        <p:grpSpPr>
          <a:xfrm>
            <a:off x="746466" y="1336711"/>
            <a:ext cx="4007601" cy="575731"/>
            <a:chOff x="746466" y="1723324"/>
            <a:chExt cx="6061513" cy="1030995"/>
          </a:xfrm>
        </p:grpSpPr>
        <p:sp>
          <p:nvSpPr>
            <p:cNvPr id="312" name="Shape 4">
              <a:extLst>
                <a:ext uri="{FF2B5EF4-FFF2-40B4-BE49-F238E27FC236}">
                  <a16:creationId xmlns:a16="http://schemas.microsoft.com/office/drawing/2014/main" id="{46FC26EF-3B61-2D17-AE5C-25B82AB3AF9C}"/>
                </a:ext>
              </a:extLst>
            </p:cNvPr>
            <p:cNvSpPr/>
            <p:nvPr/>
          </p:nvSpPr>
          <p:spPr>
            <a:xfrm>
              <a:off x="746466" y="1723324"/>
              <a:ext cx="4462123" cy="883916"/>
            </a:xfrm>
            <a:prstGeom prst="roundRect">
              <a:avLst/>
            </a:prstGeom>
            <a:noFill/>
            <a:ln w="1524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residualᵢ  =  yᵢ  −  </a:t>
              </a:r>
              <a:r>
                <a:rPr lang="en-US" b="1" i="1" dirty="0" err="1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r>
                <a:rPr lang="en-US" b="1" i="1" dirty="0">
                  <a:solidFill>
                    <a:srgbClr val="2E6B7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ᵢ</a:t>
              </a:r>
              <a:endParaRPr lang="en-US" dirty="0"/>
            </a:p>
          </p:txBody>
        </p:sp>
        <p:sp>
          <p:nvSpPr>
            <p:cNvPr id="313" name="Text 6">
              <a:extLst>
                <a:ext uri="{FF2B5EF4-FFF2-40B4-BE49-F238E27FC236}">
                  <a16:creationId xmlns:a16="http://schemas.microsoft.com/office/drawing/2014/main" id="{BA5A42F9-0800-17E6-AF55-2EDF426A062D}"/>
                </a:ext>
              </a:extLst>
            </p:cNvPr>
            <p:cNvSpPr/>
            <p:nvPr/>
          </p:nvSpPr>
          <p:spPr>
            <a:xfrm>
              <a:off x="1321579" y="2434278"/>
              <a:ext cx="5486400" cy="3200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(observed)   −   (predicted)</a:t>
              </a:r>
              <a:endParaRPr lang="en-US" sz="1600" dirty="0"/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DD3638DD-263F-A62A-64B3-5C0146BC388E}"/>
              </a:ext>
            </a:extLst>
          </p:cNvPr>
          <p:cNvSpPr txBox="1"/>
          <p:nvPr/>
        </p:nvSpPr>
        <p:spPr>
          <a:xfrm>
            <a:off x="1163847" y="2096480"/>
            <a:ext cx="3315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predicted</a:t>
            </a:r>
            <a:r>
              <a:rPr lang="en-US" sz="2000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-10.78 + 0.3863 (32)</a:t>
            </a:r>
            <a:endParaRPr lang="en-US" sz="2000" b="1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867C4AE6-24FF-33EB-F9F0-ADB8ECE4A603}"/>
              </a:ext>
            </a:extLst>
          </p:cNvPr>
          <p:cNvSpPr txBox="1"/>
          <p:nvPr/>
        </p:nvSpPr>
        <p:spPr>
          <a:xfrm>
            <a:off x="2234827" y="240708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-10.78 + 12.361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4B3E73DE-046B-18A3-93AA-E3C4675B3D6F}"/>
              </a:ext>
            </a:extLst>
          </p:cNvPr>
          <p:cNvSpPr txBox="1"/>
          <p:nvPr/>
        </p:nvSpPr>
        <p:spPr>
          <a:xfrm>
            <a:off x="3919152" y="240425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1.58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18AA0445-C2CE-8827-B83F-25BAD3296E26}"/>
              </a:ext>
            </a:extLst>
          </p:cNvPr>
          <p:cNvSpPr txBox="1"/>
          <p:nvPr/>
        </p:nvSpPr>
        <p:spPr>
          <a:xfrm>
            <a:off x="1307324" y="2776412"/>
            <a:ext cx="241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residual   </a:t>
            </a:r>
            <a:r>
              <a:rPr lang="en-US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1.06 – 1.58</a:t>
            </a:r>
            <a:endParaRPr lang="en-US" sz="2000" dirty="0"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23378955-0226-151E-1C55-93583E309DB7}"/>
              </a:ext>
            </a:extLst>
          </p:cNvPr>
          <p:cNvSpPr txBox="1"/>
          <p:nvPr/>
        </p:nvSpPr>
        <p:spPr>
          <a:xfrm>
            <a:off x="3625108" y="2786298"/>
            <a:ext cx="11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= -0.52</a:t>
            </a:r>
            <a:endParaRPr lang="en-US" sz="2000" dirty="0"/>
          </a:p>
        </p:txBody>
      </p:sp>
      <p:sp>
        <p:nvSpPr>
          <p:cNvPr id="319" name="Text 3">
            <a:extLst>
              <a:ext uri="{FF2B5EF4-FFF2-40B4-BE49-F238E27FC236}">
                <a16:creationId xmlns:a16="http://schemas.microsoft.com/office/drawing/2014/main" id="{A5A403C2-BA16-B761-E865-54C1997D98B1}"/>
              </a:ext>
            </a:extLst>
          </p:cNvPr>
          <p:cNvSpPr/>
          <p:nvPr/>
        </p:nvSpPr>
        <p:spPr>
          <a:xfrm>
            <a:off x="837477" y="1944624"/>
            <a:ext cx="746387" cy="248271"/>
          </a:xfrm>
          <a:prstGeom prst="roundRect">
            <a:avLst/>
          </a:prstGeom>
          <a:solidFill>
            <a:srgbClr val="D4191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Example</a:t>
            </a:r>
          </a:p>
        </p:txBody>
      </p:sp>
      <p:sp>
        <p:nvSpPr>
          <p:cNvPr id="321" name="SlopeArrow">
            <a:extLst>
              <a:ext uri="{FF2B5EF4-FFF2-40B4-BE49-F238E27FC236}">
                <a16:creationId xmlns:a16="http://schemas.microsoft.com/office/drawing/2014/main" id="{F4F1FBCC-ECBD-DB32-1CC7-F8023FE4777E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322" name="Shape 45">
            <a:extLst>
              <a:ext uri="{FF2B5EF4-FFF2-40B4-BE49-F238E27FC236}">
                <a16:creationId xmlns:a16="http://schemas.microsoft.com/office/drawing/2014/main" id="{93AE3C57-5D66-352D-5331-D2B73CCBF3B4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D48839CE-0450-9968-B1D2-F330423616BF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324" name="Shape 12">
              <a:extLst>
                <a:ext uri="{FF2B5EF4-FFF2-40B4-BE49-F238E27FC236}">
                  <a16:creationId xmlns:a16="http://schemas.microsoft.com/office/drawing/2014/main" id="{F129B679-B49B-A2DC-C0FD-981590EAEE89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325" name="Shape 8">
              <a:extLst>
                <a:ext uri="{FF2B5EF4-FFF2-40B4-BE49-F238E27FC236}">
                  <a16:creationId xmlns:a16="http://schemas.microsoft.com/office/drawing/2014/main" id="{F43C2895-AABE-5037-D085-6AE55244E7D2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6" name="Shape 9">
              <a:extLst>
                <a:ext uri="{FF2B5EF4-FFF2-40B4-BE49-F238E27FC236}">
                  <a16:creationId xmlns:a16="http://schemas.microsoft.com/office/drawing/2014/main" id="{EB08FEF2-2024-D386-3E97-9FB7BD6913EB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7" name="Shape 10">
              <a:extLst>
                <a:ext uri="{FF2B5EF4-FFF2-40B4-BE49-F238E27FC236}">
                  <a16:creationId xmlns:a16="http://schemas.microsoft.com/office/drawing/2014/main" id="{38FD5FAF-94B4-15DB-7660-4E4737EC02E6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8" name="Shape 11">
              <a:extLst>
                <a:ext uri="{FF2B5EF4-FFF2-40B4-BE49-F238E27FC236}">
                  <a16:creationId xmlns:a16="http://schemas.microsoft.com/office/drawing/2014/main" id="{02CA4035-2D09-C01C-E5B7-B554F6B1AB3E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9" name="Shape 13">
              <a:extLst>
                <a:ext uri="{FF2B5EF4-FFF2-40B4-BE49-F238E27FC236}">
                  <a16:creationId xmlns:a16="http://schemas.microsoft.com/office/drawing/2014/main" id="{22CA1A4C-F6D1-1600-B214-14FB0179DFDD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0" name="Shape 14">
              <a:extLst>
                <a:ext uri="{FF2B5EF4-FFF2-40B4-BE49-F238E27FC236}">
                  <a16:creationId xmlns:a16="http://schemas.microsoft.com/office/drawing/2014/main" id="{44EAEF07-CA32-9D7E-A6A1-758F3388FE71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1" name="Shape 15">
              <a:extLst>
                <a:ext uri="{FF2B5EF4-FFF2-40B4-BE49-F238E27FC236}">
                  <a16:creationId xmlns:a16="http://schemas.microsoft.com/office/drawing/2014/main" id="{55C08C19-5A38-1E39-0450-0A9EB7355367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2" name="Shape 16">
              <a:extLst>
                <a:ext uri="{FF2B5EF4-FFF2-40B4-BE49-F238E27FC236}">
                  <a16:creationId xmlns:a16="http://schemas.microsoft.com/office/drawing/2014/main" id="{A4171B38-E416-F270-5FF6-14D03D018913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3" name="Shape 17">
              <a:extLst>
                <a:ext uri="{FF2B5EF4-FFF2-40B4-BE49-F238E27FC236}">
                  <a16:creationId xmlns:a16="http://schemas.microsoft.com/office/drawing/2014/main" id="{A51C8AFC-D6D1-1E8C-20A5-414231BBADF9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4" name="Shape 18">
              <a:extLst>
                <a:ext uri="{FF2B5EF4-FFF2-40B4-BE49-F238E27FC236}">
                  <a16:creationId xmlns:a16="http://schemas.microsoft.com/office/drawing/2014/main" id="{BE1302AC-811F-DBD5-0FD4-225B0811ADC9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5" name="Shape 19">
              <a:extLst>
                <a:ext uri="{FF2B5EF4-FFF2-40B4-BE49-F238E27FC236}">
                  <a16:creationId xmlns:a16="http://schemas.microsoft.com/office/drawing/2014/main" id="{08DEE622-9461-49A1-8651-3114C09EF0DA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6" name="Shape 20">
              <a:extLst>
                <a:ext uri="{FF2B5EF4-FFF2-40B4-BE49-F238E27FC236}">
                  <a16:creationId xmlns:a16="http://schemas.microsoft.com/office/drawing/2014/main" id="{365EDCFE-47DA-4502-6DF2-BA7DC67FF5E1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7" name="Shape 21">
              <a:extLst>
                <a:ext uri="{FF2B5EF4-FFF2-40B4-BE49-F238E27FC236}">
                  <a16:creationId xmlns:a16="http://schemas.microsoft.com/office/drawing/2014/main" id="{38BDEABC-92AA-B12F-6641-B55C5E901C70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8" name="Text 22">
              <a:extLst>
                <a:ext uri="{FF2B5EF4-FFF2-40B4-BE49-F238E27FC236}">
                  <a16:creationId xmlns:a16="http://schemas.microsoft.com/office/drawing/2014/main" id="{22D3669B-CAEC-4517-AACE-888700E281FA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39" name="Shape 23">
              <a:extLst>
                <a:ext uri="{FF2B5EF4-FFF2-40B4-BE49-F238E27FC236}">
                  <a16:creationId xmlns:a16="http://schemas.microsoft.com/office/drawing/2014/main" id="{F46E984C-ECE6-EB28-3874-0FA5A392BEDD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0" name="Text 24">
              <a:extLst>
                <a:ext uri="{FF2B5EF4-FFF2-40B4-BE49-F238E27FC236}">
                  <a16:creationId xmlns:a16="http://schemas.microsoft.com/office/drawing/2014/main" id="{A860DA74-58B2-F4C6-21D4-CCFA0937151D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41" name="Shape 25">
              <a:extLst>
                <a:ext uri="{FF2B5EF4-FFF2-40B4-BE49-F238E27FC236}">
                  <a16:creationId xmlns:a16="http://schemas.microsoft.com/office/drawing/2014/main" id="{4B01A0FA-09A1-ED2F-8336-08C13754548B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2" name="Text 26">
              <a:extLst>
                <a:ext uri="{FF2B5EF4-FFF2-40B4-BE49-F238E27FC236}">
                  <a16:creationId xmlns:a16="http://schemas.microsoft.com/office/drawing/2014/main" id="{DCB9D11D-3970-164C-EEBB-08EE5F0F2694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343" name="Shape 27">
              <a:extLst>
                <a:ext uri="{FF2B5EF4-FFF2-40B4-BE49-F238E27FC236}">
                  <a16:creationId xmlns:a16="http://schemas.microsoft.com/office/drawing/2014/main" id="{850CB511-6F8C-9AAC-6030-445C4293FEC1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4" name="Text 28">
              <a:extLst>
                <a:ext uri="{FF2B5EF4-FFF2-40B4-BE49-F238E27FC236}">
                  <a16:creationId xmlns:a16="http://schemas.microsoft.com/office/drawing/2014/main" id="{3C17C2B5-36F6-A892-613C-2A349FCB2586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345" name="Shape 29">
              <a:extLst>
                <a:ext uri="{FF2B5EF4-FFF2-40B4-BE49-F238E27FC236}">
                  <a16:creationId xmlns:a16="http://schemas.microsoft.com/office/drawing/2014/main" id="{C2CB8604-83CC-E7E7-09AF-142EACEE2F91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6" name="Text 30">
              <a:extLst>
                <a:ext uri="{FF2B5EF4-FFF2-40B4-BE49-F238E27FC236}">
                  <a16:creationId xmlns:a16="http://schemas.microsoft.com/office/drawing/2014/main" id="{026F2ADF-64BC-7AC8-38C7-191A629C0F33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347" name="Shape 31">
              <a:extLst>
                <a:ext uri="{FF2B5EF4-FFF2-40B4-BE49-F238E27FC236}">
                  <a16:creationId xmlns:a16="http://schemas.microsoft.com/office/drawing/2014/main" id="{CCA4392E-A0C9-E49E-B00F-D0F0D2D0266E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8" name="Text 32">
              <a:extLst>
                <a:ext uri="{FF2B5EF4-FFF2-40B4-BE49-F238E27FC236}">
                  <a16:creationId xmlns:a16="http://schemas.microsoft.com/office/drawing/2014/main" id="{DA9E3364-BD70-DBAB-8556-62F381EB71C6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349" name="Shape 33">
              <a:extLst>
                <a:ext uri="{FF2B5EF4-FFF2-40B4-BE49-F238E27FC236}">
                  <a16:creationId xmlns:a16="http://schemas.microsoft.com/office/drawing/2014/main" id="{D69FACA5-A695-50A4-CD2F-C937540E1A9D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0" name="Text 34">
              <a:extLst>
                <a:ext uri="{FF2B5EF4-FFF2-40B4-BE49-F238E27FC236}">
                  <a16:creationId xmlns:a16="http://schemas.microsoft.com/office/drawing/2014/main" id="{740F9041-A4F3-BFC9-0651-EE2306A8A138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351" name="Shape 35">
              <a:extLst>
                <a:ext uri="{FF2B5EF4-FFF2-40B4-BE49-F238E27FC236}">
                  <a16:creationId xmlns:a16="http://schemas.microsoft.com/office/drawing/2014/main" id="{E3B8E2A2-2A0D-B50F-2997-ABB009152E53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2" name="Text 36">
              <a:extLst>
                <a:ext uri="{FF2B5EF4-FFF2-40B4-BE49-F238E27FC236}">
                  <a16:creationId xmlns:a16="http://schemas.microsoft.com/office/drawing/2014/main" id="{FA8CA7C0-8701-6B83-2ED2-A06412F48DA3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353" name="Shape 37">
              <a:extLst>
                <a:ext uri="{FF2B5EF4-FFF2-40B4-BE49-F238E27FC236}">
                  <a16:creationId xmlns:a16="http://schemas.microsoft.com/office/drawing/2014/main" id="{45809F14-7A9D-7654-4220-5AAB2C7B0441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4" name="Text 38">
              <a:extLst>
                <a:ext uri="{FF2B5EF4-FFF2-40B4-BE49-F238E27FC236}">
                  <a16:creationId xmlns:a16="http://schemas.microsoft.com/office/drawing/2014/main" id="{114A7436-CA58-D9C0-E2FC-273E193CA5ED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355" name="Shape 39">
              <a:extLst>
                <a:ext uri="{FF2B5EF4-FFF2-40B4-BE49-F238E27FC236}">
                  <a16:creationId xmlns:a16="http://schemas.microsoft.com/office/drawing/2014/main" id="{CB3BB96E-B692-602F-5A58-53E55892698E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6" name="Text 40">
              <a:extLst>
                <a:ext uri="{FF2B5EF4-FFF2-40B4-BE49-F238E27FC236}">
                  <a16:creationId xmlns:a16="http://schemas.microsoft.com/office/drawing/2014/main" id="{0BE701BC-4460-9901-9142-63C7A351C944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357" name="Shape 41">
              <a:extLst>
                <a:ext uri="{FF2B5EF4-FFF2-40B4-BE49-F238E27FC236}">
                  <a16:creationId xmlns:a16="http://schemas.microsoft.com/office/drawing/2014/main" id="{F2670883-32C5-06C4-E070-BCECC6E5F2A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8" name="Text 42">
              <a:extLst>
                <a:ext uri="{FF2B5EF4-FFF2-40B4-BE49-F238E27FC236}">
                  <a16:creationId xmlns:a16="http://schemas.microsoft.com/office/drawing/2014/main" id="{5F4A2769-CA4B-9582-663A-A4DB2175E0F5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359" name="Text 43">
              <a:extLst>
                <a:ext uri="{FF2B5EF4-FFF2-40B4-BE49-F238E27FC236}">
                  <a16:creationId xmlns:a16="http://schemas.microsoft.com/office/drawing/2014/main" id="{A8EC7AB0-C670-C094-F8F9-A140467DD2FE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360" name="Text 44">
              <a:extLst>
                <a:ext uri="{FF2B5EF4-FFF2-40B4-BE49-F238E27FC236}">
                  <a16:creationId xmlns:a16="http://schemas.microsoft.com/office/drawing/2014/main" id="{3C9A661C-00A0-A4D2-11F5-CA71DEE2953D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361" name="Shape 46">
              <a:extLst>
                <a:ext uri="{FF2B5EF4-FFF2-40B4-BE49-F238E27FC236}">
                  <a16:creationId xmlns:a16="http://schemas.microsoft.com/office/drawing/2014/main" id="{791DD6BC-960B-7A32-ACFF-24248EFA2895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2" name="Text 47">
              <a:extLst>
                <a:ext uri="{FF2B5EF4-FFF2-40B4-BE49-F238E27FC236}">
                  <a16:creationId xmlns:a16="http://schemas.microsoft.com/office/drawing/2014/main" id="{DD049EED-7009-5A2D-6414-ABEAFE394611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363" name="Shape 48">
              <a:extLst>
                <a:ext uri="{FF2B5EF4-FFF2-40B4-BE49-F238E27FC236}">
                  <a16:creationId xmlns:a16="http://schemas.microsoft.com/office/drawing/2014/main" id="{4C5C9912-96DF-0785-0D88-24E6B0716D7B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4" name="Text 49">
              <a:extLst>
                <a:ext uri="{FF2B5EF4-FFF2-40B4-BE49-F238E27FC236}">
                  <a16:creationId xmlns:a16="http://schemas.microsoft.com/office/drawing/2014/main" id="{AFAC571A-55A3-42C5-F2D1-76BE1C10B399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365" name="Shape 50">
              <a:extLst>
                <a:ext uri="{FF2B5EF4-FFF2-40B4-BE49-F238E27FC236}">
                  <a16:creationId xmlns:a16="http://schemas.microsoft.com/office/drawing/2014/main" id="{455D7DE1-2334-EC87-225D-C1F407C88053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6" name="Text 51">
              <a:extLst>
                <a:ext uri="{FF2B5EF4-FFF2-40B4-BE49-F238E27FC236}">
                  <a16:creationId xmlns:a16="http://schemas.microsoft.com/office/drawing/2014/main" id="{7F70D1A6-0E84-A7FB-AC5A-74E4A2EBF4C5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367" name="Shape 52">
              <a:extLst>
                <a:ext uri="{FF2B5EF4-FFF2-40B4-BE49-F238E27FC236}">
                  <a16:creationId xmlns:a16="http://schemas.microsoft.com/office/drawing/2014/main" id="{722A5392-9F6A-CF9D-7613-7BF84307B25D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8" name="Text 53">
              <a:extLst>
                <a:ext uri="{FF2B5EF4-FFF2-40B4-BE49-F238E27FC236}">
                  <a16:creationId xmlns:a16="http://schemas.microsoft.com/office/drawing/2014/main" id="{0E74E99C-B986-EAD8-7574-76361133FE82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369" name="Shape 54">
              <a:extLst>
                <a:ext uri="{FF2B5EF4-FFF2-40B4-BE49-F238E27FC236}">
                  <a16:creationId xmlns:a16="http://schemas.microsoft.com/office/drawing/2014/main" id="{A2910B44-B69A-04E0-3BC9-C9ACEC4C0E4C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0" name="Text 55">
              <a:extLst>
                <a:ext uri="{FF2B5EF4-FFF2-40B4-BE49-F238E27FC236}">
                  <a16:creationId xmlns:a16="http://schemas.microsoft.com/office/drawing/2014/main" id="{1CEE9B02-3369-0B91-0CAE-09870352D403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371" name="Shape 56">
              <a:extLst>
                <a:ext uri="{FF2B5EF4-FFF2-40B4-BE49-F238E27FC236}">
                  <a16:creationId xmlns:a16="http://schemas.microsoft.com/office/drawing/2014/main" id="{ED7B6FD7-B7C7-6837-6B3D-D3CE92CE546D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2" name="Text 57">
              <a:extLst>
                <a:ext uri="{FF2B5EF4-FFF2-40B4-BE49-F238E27FC236}">
                  <a16:creationId xmlns:a16="http://schemas.microsoft.com/office/drawing/2014/main" id="{7EB08DA1-B0D5-F93C-1015-B69E430337E9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373" name="Shape 58">
              <a:extLst>
                <a:ext uri="{FF2B5EF4-FFF2-40B4-BE49-F238E27FC236}">
                  <a16:creationId xmlns:a16="http://schemas.microsoft.com/office/drawing/2014/main" id="{69E7B69F-21A6-4D14-9924-8818063D943E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4" name="Text 59">
              <a:extLst>
                <a:ext uri="{FF2B5EF4-FFF2-40B4-BE49-F238E27FC236}">
                  <a16:creationId xmlns:a16="http://schemas.microsoft.com/office/drawing/2014/main" id="{EE7C6E39-AD1F-F5BA-6AA3-CDA3F7575A49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375" name="Shape 60">
              <a:extLst>
                <a:ext uri="{FF2B5EF4-FFF2-40B4-BE49-F238E27FC236}">
                  <a16:creationId xmlns:a16="http://schemas.microsoft.com/office/drawing/2014/main" id="{D4E31BCC-1E6D-5B59-5C8F-4E894195E8EF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6" name="Text 61">
              <a:extLst>
                <a:ext uri="{FF2B5EF4-FFF2-40B4-BE49-F238E27FC236}">
                  <a16:creationId xmlns:a16="http://schemas.microsoft.com/office/drawing/2014/main" id="{3E175E5D-5FE9-3C73-5A0A-1ADEBD377B16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A96937D8-7477-118D-0F83-85857F4D35D5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378" name="Shape 48">
              <a:extLst>
                <a:ext uri="{FF2B5EF4-FFF2-40B4-BE49-F238E27FC236}">
                  <a16:creationId xmlns:a16="http://schemas.microsoft.com/office/drawing/2014/main" id="{6BE6C22E-A390-4105-A11E-9763249D686E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9" name="Shape 48">
              <a:extLst>
                <a:ext uri="{FF2B5EF4-FFF2-40B4-BE49-F238E27FC236}">
                  <a16:creationId xmlns:a16="http://schemas.microsoft.com/office/drawing/2014/main" id="{02004767-4C31-D091-B6C3-14C12E94AD67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380" name="Shape 48">
              <a:extLst>
                <a:ext uri="{FF2B5EF4-FFF2-40B4-BE49-F238E27FC236}">
                  <a16:creationId xmlns:a16="http://schemas.microsoft.com/office/drawing/2014/main" id="{CDDA3DBB-A743-F510-2A7E-32FDE0685BA1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1" name="Shape 48">
              <a:extLst>
                <a:ext uri="{FF2B5EF4-FFF2-40B4-BE49-F238E27FC236}">
                  <a16:creationId xmlns:a16="http://schemas.microsoft.com/office/drawing/2014/main" id="{0E4FE5E9-3F34-94BD-A8A5-0B96E07E3086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2" name="Shape 48">
              <a:extLst>
                <a:ext uri="{FF2B5EF4-FFF2-40B4-BE49-F238E27FC236}">
                  <a16:creationId xmlns:a16="http://schemas.microsoft.com/office/drawing/2014/main" id="{B9C8B283-FED9-E3EF-9120-74AEB5ED9539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3" name="Shape 48">
              <a:extLst>
                <a:ext uri="{FF2B5EF4-FFF2-40B4-BE49-F238E27FC236}">
                  <a16:creationId xmlns:a16="http://schemas.microsoft.com/office/drawing/2014/main" id="{7A7D52E1-8BFE-5240-0C35-26083B7983C6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4" name="Shape 48">
              <a:extLst>
                <a:ext uri="{FF2B5EF4-FFF2-40B4-BE49-F238E27FC236}">
                  <a16:creationId xmlns:a16="http://schemas.microsoft.com/office/drawing/2014/main" id="{10F54A73-C22D-0119-DE96-120BDE917D6D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5" name="Shape 48">
              <a:extLst>
                <a:ext uri="{FF2B5EF4-FFF2-40B4-BE49-F238E27FC236}">
                  <a16:creationId xmlns:a16="http://schemas.microsoft.com/office/drawing/2014/main" id="{216B7E99-2CCC-9C05-0327-C222AD9F3EF7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6" name="Shape 8">
            <a:extLst>
              <a:ext uri="{FF2B5EF4-FFF2-40B4-BE49-F238E27FC236}">
                <a16:creationId xmlns:a16="http://schemas.microsoft.com/office/drawing/2014/main" id="{4DD4D5BD-278A-6AB2-891B-9CF946E72AE0}"/>
              </a:ext>
            </a:extLst>
          </p:cNvPr>
          <p:cNvSpPr/>
          <p:nvPr/>
        </p:nvSpPr>
        <p:spPr>
          <a:xfrm>
            <a:off x="632475" y="3316168"/>
            <a:ext cx="5394960" cy="4114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B8750618-E650-59F4-42EF-D8D78A9ECED3}"/>
              </a:ext>
            </a:extLst>
          </p:cNvPr>
          <p:cNvSpPr/>
          <p:nvPr/>
        </p:nvSpPr>
        <p:spPr>
          <a:xfrm>
            <a:off x="3836363" y="3326076"/>
            <a:ext cx="416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</a:t>
            </a:r>
            <a:endParaRPr lang="en-US" sz="16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D3159A57-C368-D617-E7BE-9927C5976BB5}"/>
              </a:ext>
            </a:extLst>
          </p:cNvPr>
          <p:cNvSpPr/>
          <p:nvPr/>
        </p:nvSpPr>
        <p:spPr>
          <a:xfrm>
            <a:off x="4655835" y="33161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421090-F884-B29D-6721-512AE9E2B720}"/>
              </a:ext>
            </a:extLst>
          </p:cNvPr>
          <p:cNvSpPr/>
          <p:nvPr/>
        </p:nvSpPr>
        <p:spPr>
          <a:xfrm>
            <a:off x="678195" y="3316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C84F674-551C-D098-D36D-23BFD2E36A7F}"/>
              </a:ext>
            </a:extLst>
          </p:cNvPr>
          <p:cNvSpPr/>
          <p:nvPr/>
        </p:nvSpPr>
        <p:spPr>
          <a:xfrm>
            <a:off x="1089675" y="3316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04B543-5343-126A-7173-68EF85988259}"/>
              </a:ext>
            </a:extLst>
          </p:cNvPr>
          <p:cNvSpPr/>
          <p:nvPr/>
        </p:nvSpPr>
        <p:spPr>
          <a:xfrm>
            <a:off x="1684035" y="33161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CB223D1-E2C1-FA71-A3F1-4D30586026E9}"/>
              </a:ext>
            </a:extLst>
          </p:cNvPr>
          <p:cNvSpPr/>
          <p:nvPr/>
        </p:nvSpPr>
        <p:spPr>
          <a:xfrm>
            <a:off x="2598435" y="3316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EAB01B-D532-6058-279F-EDD88B078C9C}"/>
              </a:ext>
            </a:extLst>
          </p:cNvPr>
          <p:cNvGrpSpPr/>
          <p:nvPr/>
        </p:nvGrpSpPr>
        <p:grpSpPr>
          <a:xfrm>
            <a:off x="769635" y="3727648"/>
            <a:ext cx="5212080" cy="384048"/>
            <a:chOff x="769635" y="3727648"/>
            <a:chExt cx="5212080" cy="384048"/>
          </a:xfrm>
        </p:grpSpPr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56B8091A-4A1D-9A41-265A-AB77D79FC6CC}"/>
                </a:ext>
              </a:extLst>
            </p:cNvPr>
            <p:cNvSpPr/>
            <p:nvPr/>
          </p:nvSpPr>
          <p:spPr>
            <a:xfrm>
              <a:off x="3649995" y="372764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042B8400-2C07-0206-37AA-7BD3C7B62769}"/>
                </a:ext>
              </a:extLst>
            </p:cNvPr>
            <p:cNvSpPr/>
            <p:nvPr/>
          </p:nvSpPr>
          <p:spPr>
            <a:xfrm>
              <a:off x="4655835" y="372764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-0.52</a:t>
              </a:r>
              <a:endParaRPr lang="en-US" sz="1400" dirty="0"/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BBBC6E3E-CDE9-F0E4-A9F7-FCA2CF4ADAA4}"/>
                </a:ext>
              </a:extLst>
            </p:cNvPr>
            <p:cNvSpPr/>
            <p:nvPr/>
          </p:nvSpPr>
          <p:spPr>
            <a:xfrm>
              <a:off x="769635" y="3819088"/>
              <a:ext cx="201168" cy="201168"/>
            </a:xfrm>
            <a:prstGeom prst="ellipse">
              <a:avLst/>
            </a:prstGeom>
            <a:solidFill>
              <a:srgbClr val="E41A1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1F277F01-B080-4017-2C58-80B3A7856174}"/>
                </a:ext>
              </a:extLst>
            </p:cNvPr>
            <p:cNvSpPr/>
            <p:nvPr/>
          </p:nvSpPr>
          <p:spPr>
            <a:xfrm>
              <a:off x="1089675" y="372764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4BCA8470-3AA8-A304-CFBA-0B49CBFC6787}"/>
                </a:ext>
              </a:extLst>
            </p:cNvPr>
            <p:cNvSpPr/>
            <p:nvPr/>
          </p:nvSpPr>
          <p:spPr>
            <a:xfrm>
              <a:off x="1684035" y="372764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B481D474-6910-F753-42F5-46C7721E3B6E}"/>
                </a:ext>
              </a:extLst>
            </p:cNvPr>
            <p:cNvSpPr/>
            <p:nvPr/>
          </p:nvSpPr>
          <p:spPr>
            <a:xfrm>
              <a:off x="2598435" y="3727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B2D522-B306-713B-EBD6-5493000FE195}"/>
              </a:ext>
            </a:extLst>
          </p:cNvPr>
          <p:cNvGrpSpPr/>
          <p:nvPr/>
        </p:nvGrpSpPr>
        <p:grpSpPr>
          <a:xfrm>
            <a:off x="769635" y="5150788"/>
            <a:ext cx="5212080" cy="384048"/>
            <a:chOff x="769635" y="4111696"/>
            <a:chExt cx="5212080" cy="384048"/>
          </a:xfrm>
        </p:grpSpPr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B9D61AD2-7924-E5D9-DDAC-EE13DA7E6724}"/>
                </a:ext>
              </a:extLst>
            </p:cNvPr>
            <p:cNvSpPr/>
            <p:nvPr/>
          </p:nvSpPr>
          <p:spPr>
            <a:xfrm>
              <a:off x="769635" y="4203136"/>
              <a:ext cx="201168" cy="201168"/>
            </a:xfrm>
            <a:prstGeom prst="ellipse">
              <a:avLst/>
            </a:prstGeom>
            <a:solidFill>
              <a:srgbClr val="377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DDBC77F6-718D-2BB9-5E22-3B1D0B1D5477}"/>
                </a:ext>
              </a:extLst>
            </p:cNvPr>
            <p:cNvSpPr/>
            <p:nvPr/>
          </p:nvSpPr>
          <p:spPr>
            <a:xfrm>
              <a:off x="1089675" y="411169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A30CAA79-ED29-EA3F-5CC7-4634A36596FB}"/>
                </a:ext>
              </a:extLst>
            </p:cNvPr>
            <p:cNvSpPr/>
            <p:nvPr/>
          </p:nvSpPr>
          <p:spPr>
            <a:xfrm>
              <a:off x="1684035" y="411169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C125DEC2-1607-990A-4CD1-0A84C2682B28}"/>
                </a:ext>
              </a:extLst>
            </p:cNvPr>
            <p:cNvSpPr/>
            <p:nvPr/>
          </p:nvSpPr>
          <p:spPr>
            <a:xfrm>
              <a:off x="2598435" y="4111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E5A9906E-B428-31AE-7A2F-CF2829283A8A}"/>
                </a:ext>
              </a:extLst>
            </p:cNvPr>
            <p:cNvSpPr/>
            <p:nvPr/>
          </p:nvSpPr>
          <p:spPr>
            <a:xfrm>
              <a:off x="3649995" y="411169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4BDAA940-BB6E-EF5B-2FB0-5F49E326D95F}"/>
                </a:ext>
              </a:extLst>
            </p:cNvPr>
            <p:cNvSpPr/>
            <p:nvPr/>
          </p:nvSpPr>
          <p:spPr>
            <a:xfrm>
              <a:off x="4655835" y="411169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15C502-95B3-C161-0615-26BBC4F5D532}"/>
              </a:ext>
            </a:extLst>
          </p:cNvPr>
          <p:cNvGrpSpPr/>
          <p:nvPr/>
        </p:nvGrpSpPr>
        <p:grpSpPr>
          <a:xfrm>
            <a:off x="769635" y="5506573"/>
            <a:ext cx="5212080" cy="384048"/>
            <a:chOff x="769635" y="4495744"/>
            <a:chExt cx="5212080" cy="384048"/>
          </a:xfrm>
        </p:grpSpPr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4FE372CE-7BD0-6149-E104-30808D74AFA9}"/>
                </a:ext>
              </a:extLst>
            </p:cNvPr>
            <p:cNvSpPr/>
            <p:nvPr/>
          </p:nvSpPr>
          <p:spPr>
            <a:xfrm>
              <a:off x="769635" y="4587184"/>
              <a:ext cx="201168" cy="201168"/>
            </a:xfrm>
            <a:prstGeom prst="ellipse">
              <a:avLst/>
            </a:prstGeom>
            <a:solidFill>
              <a:srgbClr val="4DAF4A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0FF865B0-50E2-8AE3-AA7E-F85AC40F1970}"/>
                </a:ext>
              </a:extLst>
            </p:cNvPr>
            <p:cNvSpPr/>
            <p:nvPr/>
          </p:nvSpPr>
          <p:spPr>
            <a:xfrm>
              <a:off x="1089675" y="449574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C54596C7-C22F-9CF0-C86D-C6E6795E6C68}"/>
                </a:ext>
              </a:extLst>
            </p:cNvPr>
            <p:cNvSpPr/>
            <p:nvPr/>
          </p:nvSpPr>
          <p:spPr>
            <a:xfrm>
              <a:off x="1684035" y="449574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1920D511-2D64-FAAE-4BF5-93332CF39487}"/>
                </a:ext>
              </a:extLst>
            </p:cNvPr>
            <p:cNvSpPr/>
            <p:nvPr/>
          </p:nvSpPr>
          <p:spPr>
            <a:xfrm>
              <a:off x="2598435" y="4495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36921CDD-F4D2-A246-B1DA-85C63FB7F3DB}"/>
                </a:ext>
              </a:extLst>
            </p:cNvPr>
            <p:cNvSpPr/>
            <p:nvPr/>
          </p:nvSpPr>
          <p:spPr>
            <a:xfrm>
              <a:off x="3649995" y="449574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5CCA71A9-F135-8162-D1E4-C0A5A6E63A5C}"/>
                </a:ext>
              </a:extLst>
            </p:cNvPr>
            <p:cNvSpPr/>
            <p:nvPr/>
          </p:nvSpPr>
          <p:spPr>
            <a:xfrm>
              <a:off x="4655835" y="449574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D213C7-F15C-118A-E613-032EB48F02C0}"/>
              </a:ext>
            </a:extLst>
          </p:cNvPr>
          <p:cNvGrpSpPr/>
          <p:nvPr/>
        </p:nvGrpSpPr>
        <p:grpSpPr>
          <a:xfrm>
            <a:off x="769635" y="6218146"/>
            <a:ext cx="5212080" cy="384048"/>
            <a:chOff x="769635" y="4879792"/>
            <a:chExt cx="5212080" cy="384048"/>
          </a:xfrm>
        </p:grpSpPr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2423D587-E85D-5104-C839-639DA4EB969F}"/>
                </a:ext>
              </a:extLst>
            </p:cNvPr>
            <p:cNvSpPr/>
            <p:nvPr/>
          </p:nvSpPr>
          <p:spPr>
            <a:xfrm>
              <a:off x="769635" y="4971232"/>
              <a:ext cx="201168" cy="201168"/>
            </a:xfrm>
            <a:prstGeom prst="ellipse">
              <a:avLst/>
            </a:prstGeom>
            <a:solidFill>
              <a:srgbClr val="984EA3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EAA3F20D-6BD8-0FCC-FC8A-59E1C4066C06}"/>
                </a:ext>
              </a:extLst>
            </p:cNvPr>
            <p:cNvSpPr/>
            <p:nvPr/>
          </p:nvSpPr>
          <p:spPr>
            <a:xfrm>
              <a:off x="1089675" y="4879792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DE9ECF9B-D563-EC8D-A3E3-79576B4896BA}"/>
                </a:ext>
              </a:extLst>
            </p:cNvPr>
            <p:cNvSpPr/>
            <p:nvPr/>
          </p:nvSpPr>
          <p:spPr>
            <a:xfrm>
              <a:off x="1684035" y="487979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72DFE5B2-555B-0A92-3E38-CB6C848807B4}"/>
                </a:ext>
              </a:extLst>
            </p:cNvPr>
            <p:cNvSpPr/>
            <p:nvPr/>
          </p:nvSpPr>
          <p:spPr>
            <a:xfrm>
              <a:off x="2598435" y="4879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5A3B98A8-57BB-FE9F-86A4-B10182350933}"/>
                </a:ext>
              </a:extLst>
            </p:cNvPr>
            <p:cNvSpPr/>
            <p:nvPr/>
          </p:nvSpPr>
          <p:spPr>
            <a:xfrm>
              <a:off x="3649995" y="4879792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44" name="Text 40">
              <a:extLst>
                <a:ext uri="{FF2B5EF4-FFF2-40B4-BE49-F238E27FC236}">
                  <a16:creationId xmlns:a16="http://schemas.microsoft.com/office/drawing/2014/main" id="{E32B6F28-31BF-ABE0-929C-CF15E74A7605}"/>
                </a:ext>
              </a:extLst>
            </p:cNvPr>
            <p:cNvSpPr/>
            <p:nvPr/>
          </p:nvSpPr>
          <p:spPr>
            <a:xfrm>
              <a:off x="4655835" y="4879792"/>
              <a:ext cx="1325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2E49B4-5BBE-C9BC-D4C5-A8F0F01CBCD6}"/>
              </a:ext>
            </a:extLst>
          </p:cNvPr>
          <p:cNvGrpSpPr/>
          <p:nvPr/>
        </p:nvGrpSpPr>
        <p:grpSpPr>
          <a:xfrm>
            <a:off x="769635" y="4795003"/>
            <a:ext cx="5212080" cy="384048"/>
            <a:chOff x="769635" y="5263840"/>
            <a:chExt cx="5212080" cy="384048"/>
          </a:xfrm>
        </p:grpSpPr>
        <p:sp>
          <p:nvSpPr>
            <p:cNvPr id="46" name="Shape 42">
              <a:extLst>
                <a:ext uri="{FF2B5EF4-FFF2-40B4-BE49-F238E27FC236}">
                  <a16:creationId xmlns:a16="http://schemas.microsoft.com/office/drawing/2014/main" id="{A6D963B2-8DE4-3E70-8E23-8FE36C94F6BF}"/>
                </a:ext>
              </a:extLst>
            </p:cNvPr>
            <p:cNvSpPr/>
            <p:nvPr/>
          </p:nvSpPr>
          <p:spPr>
            <a:xfrm>
              <a:off x="769635" y="5355280"/>
              <a:ext cx="201168" cy="201168"/>
            </a:xfrm>
            <a:prstGeom prst="ellipse">
              <a:avLst/>
            </a:prstGeom>
            <a:solidFill>
              <a:srgbClr val="FF7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6E6E8721-0956-EA11-365C-7D943670A21F}"/>
                </a:ext>
              </a:extLst>
            </p:cNvPr>
            <p:cNvSpPr/>
            <p:nvPr/>
          </p:nvSpPr>
          <p:spPr>
            <a:xfrm>
              <a:off x="1089675" y="526384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4B1E9BE3-6DE9-DA9B-FC58-C43720CF8C37}"/>
                </a:ext>
              </a:extLst>
            </p:cNvPr>
            <p:cNvSpPr/>
            <p:nvPr/>
          </p:nvSpPr>
          <p:spPr>
            <a:xfrm>
              <a:off x="1684035" y="526384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49" name="Text 45">
              <a:extLst>
                <a:ext uri="{FF2B5EF4-FFF2-40B4-BE49-F238E27FC236}">
                  <a16:creationId xmlns:a16="http://schemas.microsoft.com/office/drawing/2014/main" id="{C9EFE109-E239-0100-CC98-D572A7F8B8D3}"/>
                </a:ext>
              </a:extLst>
            </p:cNvPr>
            <p:cNvSpPr/>
            <p:nvPr/>
          </p:nvSpPr>
          <p:spPr>
            <a:xfrm>
              <a:off x="2598435" y="526384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50" name="Text 46">
              <a:extLst>
                <a:ext uri="{FF2B5EF4-FFF2-40B4-BE49-F238E27FC236}">
                  <a16:creationId xmlns:a16="http://schemas.microsoft.com/office/drawing/2014/main" id="{DF575EED-D341-14E1-2214-034AFC04428E}"/>
                </a:ext>
              </a:extLst>
            </p:cNvPr>
            <p:cNvSpPr/>
            <p:nvPr/>
          </p:nvSpPr>
          <p:spPr>
            <a:xfrm>
              <a:off x="3649995" y="526384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51" name="Text 47">
              <a:extLst>
                <a:ext uri="{FF2B5EF4-FFF2-40B4-BE49-F238E27FC236}">
                  <a16:creationId xmlns:a16="http://schemas.microsoft.com/office/drawing/2014/main" id="{6A6B0083-10FB-53D6-729E-DB09C8887F8B}"/>
                </a:ext>
              </a:extLst>
            </p:cNvPr>
            <p:cNvSpPr/>
            <p:nvPr/>
          </p:nvSpPr>
          <p:spPr>
            <a:xfrm>
              <a:off x="4655835" y="5263840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C49D281-2532-636A-AE6D-E4FB7C8A376B}"/>
              </a:ext>
            </a:extLst>
          </p:cNvPr>
          <p:cNvGrpSpPr/>
          <p:nvPr/>
        </p:nvGrpSpPr>
        <p:grpSpPr>
          <a:xfrm>
            <a:off x="769635" y="4083433"/>
            <a:ext cx="5212080" cy="384048"/>
            <a:chOff x="769635" y="5647888"/>
            <a:chExt cx="5212080" cy="384048"/>
          </a:xfrm>
        </p:grpSpPr>
        <p:sp>
          <p:nvSpPr>
            <p:cNvPr id="53" name="Shape 48">
              <a:extLst>
                <a:ext uri="{FF2B5EF4-FFF2-40B4-BE49-F238E27FC236}">
                  <a16:creationId xmlns:a16="http://schemas.microsoft.com/office/drawing/2014/main" id="{BEDB4219-E766-D658-C4CB-71076D7D5E7B}"/>
                </a:ext>
              </a:extLst>
            </p:cNvPr>
            <p:cNvSpPr/>
            <p:nvPr/>
          </p:nvSpPr>
          <p:spPr>
            <a:xfrm>
              <a:off x="769635" y="5739328"/>
              <a:ext cx="201168" cy="201168"/>
            </a:xfrm>
            <a:prstGeom prst="ellipse">
              <a:avLst/>
            </a:prstGeom>
            <a:solidFill>
              <a:srgbClr val="F781B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4" name="Text 49">
              <a:extLst>
                <a:ext uri="{FF2B5EF4-FFF2-40B4-BE49-F238E27FC236}">
                  <a16:creationId xmlns:a16="http://schemas.microsoft.com/office/drawing/2014/main" id="{B074C143-34C7-807F-FEDF-BFB203AD96C7}"/>
                </a:ext>
              </a:extLst>
            </p:cNvPr>
            <p:cNvSpPr/>
            <p:nvPr/>
          </p:nvSpPr>
          <p:spPr>
            <a:xfrm>
              <a:off x="1089675" y="564788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55" name="Text 50">
              <a:extLst>
                <a:ext uri="{FF2B5EF4-FFF2-40B4-BE49-F238E27FC236}">
                  <a16:creationId xmlns:a16="http://schemas.microsoft.com/office/drawing/2014/main" id="{E3C6B315-5870-FBC9-C2D3-B80A8639C031}"/>
                </a:ext>
              </a:extLst>
            </p:cNvPr>
            <p:cNvSpPr/>
            <p:nvPr/>
          </p:nvSpPr>
          <p:spPr>
            <a:xfrm>
              <a:off x="1684035" y="5647888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56" name="Text 51">
              <a:extLst>
                <a:ext uri="{FF2B5EF4-FFF2-40B4-BE49-F238E27FC236}">
                  <a16:creationId xmlns:a16="http://schemas.microsoft.com/office/drawing/2014/main" id="{B05757DE-3621-1098-5454-467E42DF7B12}"/>
                </a:ext>
              </a:extLst>
            </p:cNvPr>
            <p:cNvSpPr/>
            <p:nvPr/>
          </p:nvSpPr>
          <p:spPr>
            <a:xfrm>
              <a:off x="2598435" y="564788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57" name="Text 52">
              <a:extLst>
                <a:ext uri="{FF2B5EF4-FFF2-40B4-BE49-F238E27FC236}">
                  <a16:creationId xmlns:a16="http://schemas.microsoft.com/office/drawing/2014/main" id="{96F072C8-D32D-18BD-EE1D-3012126BAE2E}"/>
                </a:ext>
              </a:extLst>
            </p:cNvPr>
            <p:cNvSpPr/>
            <p:nvPr/>
          </p:nvSpPr>
          <p:spPr>
            <a:xfrm>
              <a:off x="3649995" y="5647888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58" name="Text 53">
              <a:extLst>
                <a:ext uri="{FF2B5EF4-FFF2-40B4-BE49-F238E27FC236}">
                  <a16:creationId xmlns:a16="http://schemas.microsoft.com/office/drawing/2014/main" id="{FB68CE6C-6EB2-F85C-FA7A-06EC9258AFA2}"/>
                </a:ext>
              </a:extLst>
            </p:cNvPr>
            <p:cNvSpPr/>
            <p:nvPr/>
          </p:nvSpPr>
          <p:spPr>
            <a:xfrm>
              <a:off x="4655835" y="5647888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55CD01-D8EC-3A53-933B-F12797911136}"/>
              </a:ext>
            </a:extLst>
          </p:cNvPr>
          <p:cNvGrpSpPr/>
          <p:nvPr/>
        </p:nvGrpSpPr>
        <p:grpSpPr>
          <a:xfrm>
            <a:off x="769635" y="4439218"/>
            <a:ext cx="5212080" cy="384048"/>
            <a:chOff x="769635" y="6031936"/>
            <a:chExt cx="5212080" cy="384048"/>
          </a:xfrm>
        </p:grpSpPr>
        <p:sp>
          <p:nvSpPr>
            <p:cNvPr id="60" name="Shape 55">
              <a:extLst>
                <a:ext uri="{FF2B5EF4-FFF2-40B4-BE49-F238E27FC236}">
                  <a16:creationId xmlns:a16="http://schemas.microsoft.com/office/drawing/2014/main" id="{63FA60AB-E83E-16CB-43AE-990CBFA80992}"/>
                </a:ext>
              </a:extLst>
            </p:cNvPr>
            <p:cNvSpPr/>
            <p:nvPr/>
          </p:nvSpPr>
          <p:spPr>
            <a:xfrm>
              <a:off x="769635" y="6123376"/>
              <a:ext cx="201168" cy="201168"/>
            </a:xfrm>
            <a:prstGeom prst="ellipse">
              <a:avLst/>
            </a:prstGeom>
            <a:solidFill>
              <a:srgbClr val="A6562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Text 56">
              <a:extLst>
                <a:ext uri="{FF2B5EF4-FFF2-40B4-BE49-F238E27FC236}">
                  <a16:creationId xmlns:a16="http://schemas.microsoft.com/office/drawing/2014/main" id="{6156C06A-27A7-86FF-94B4-44D6BF4C72E7}"/>
                </a:ext>
              </a:extLst>
            </p:cNvPr>
            <p:cNvSpPr/>
            <p:nvPr/>
          </p:nvSpPr>
          <p:spPr>
            <a:xfrm>
              <a:off x="1089675" y="603193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7</a:t>
              </a:r>
              <a:endParaRPr lang="en-US" sz="1400" dirty="0"/>
            </a:p>
          </p:txBody>
        </p:sp>
        <p:sp>
          <p:nvSpPr>
            <p:cNvPr id="62" name="Text 57">
              <a:extLst>
                <a:ext uri="{FF2B5EF4-FFF2-40B4-BE49-F238E27FC236}">
                  <a16:creationId xmlns:a16="http://schemas.microsoft.com/office/drawing/2014/main" id="{A811A6F4-CBD5-555F-6847-551AD5EBFD97}"/>
                </a:ext>
              </a:extLst>
            </p:cNvPr>
            <p:cNvSpPr/>
            <p:nvPr/>
          </p:nvSpPr>
          <p:spPr>
            <a:xfrm>
              <a:off x="1684035" y="6031936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412B2CEB-F2FB-907F-967B-959188A57380}"/>
                </a:ext>
              </a:extLst>
            </p:cNvPr>
            <p:cNvSpPr/>
            <p:nvPr/>
          </p:nvSpPr>
          <p:spPr>
            <a:xfrm>
              <a:off x="2598435" y="603193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92" name="Text 59">
              <a:extLst>
                <a:ext uri="{FF2B5EF4-FFF2-40B4-BE49-F238E27FC236}">
                  <a16:creationId xmlns:a16="http://schemas.microsoft.com/office/drawing/2014/main" id="{CE7ACF57-7DE4-BC31-5044-5CD0894BB5A4}"/>
                </a:ext>
              </a:extLst>
            </p:cNvPr>
            <p:cNvSpPr/>
            <p:nvPr/>
          </p:nvSpPr>
          <p:spPr>
            <a:xfrm>
              <a:off x="3649995" y="6031936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93" name="Text 60">
              <a:extLst>
                <a:ext uri="{FF2B5EF4-FFF2-40B4-BE49-F238E27FC236}">
                  <a16:creationId xmlns:a16="http://schemas.microsoft.com/office/drawing/2014/main" id="{EED13CA5-ED94-9E5C-CBF4-558D04D637A8}"/>
                </a:ext>
              </a:extLst>
            </p:cNvPr>
            <p:cNvSpPr/>
            <p:nvPr/>
          </p:nvSpPr>
          <p:spPr>
            <a:xfrm>
              <a:off x="4655835" y="6031936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CED5CC3-37C6-5977-DAA5-E893A9D1CC50}"/>
              </a:ext>
            </a:extLst>
          </p:cNvPr>
          <p:cNvGrpSpPr/>
          <p:nvPr/>
        </p:nvGrpSpPr>
        <p:grpSpPr>
          <a:xfrm>
            <a:off x="769635" y="5862358"/>
            <a:ext cx="5212080" cy="384048"/>
            <a:chOff x="769635" y="6415984"/>
            <a:chExt cx="5212080" cy="384048"/>
          </a:xfrm>
        </p:grpSpPr>
        <p:sp>
          <p:nvSpPr>
            <p:cNvPr id="195" name="Shape 61">
              <a:extLst>
                <a:ext uri="{FF2B5EF4-FFF2-40B4-BE49-F238E27FC236}">
                  <a16:creationId xmlns:a16="http://schemas.microsoft.com/office/drawing/2014/main" id="{73E4AA16-D7AB-FDCC-D51C-507D3C0F8AC0}"/>
                </a:ext>
              </a:extLst>
            </p:cNvPr>
            <p:cNvSpPr/>
            <p:nvPr/>
          </p:nvSpPr>
          <p:spPr>
            <a:xfrm>
              <a:off x="769635" y="6507424"/>
              <a:ext cx="201168" cy="201168"/>
            </a:xfrm>
            <a:prstGeom prst="ellipse">
              <a:avLst/>
            </a:prstGeom>
            <a:solidFill>
              <a:srgbClr val="11111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6" name="Text 62">
              <a:extLst>
                <a:ext uri="{FF2B5EF4-FFF2-40B4-BE49-F238E27FC236}">
                  <a16:creationId xmlns:a16="http://schemas.microsoft.com/office/drawing/2014/main" id="{258BE72A-9D11-8AF3-ACC6-E20D821A3AA1}"/>
                </a:ext>
              </a:extLst>
            </p:cNvPr>
            <p:cNvSpPr/>
            <p:nvPr/>
          </p:nvSpPr>
          <p:spPr>
            <a:xfrm>
              <a:off x="1089675" y="6415984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8</a:t>
              </a:r>
              <a:endParaRPr lang="en-US" sz="1400" dirty="0"/>
            </a:p>
          </p:txBody>
        </p:sp>
        <p:sp>
          <p:nvSpPr>
            <p:cNvPr id="197" name="Text 63">
              <a:extLst>
                <a:ext uri="{FF2B5EF4-FFF2-40B4-BE49-F238E27FC236}">
                  <a16:creationId xmlns:a16="http://schemas.microsoft.com/office/drawing/2014/main" id="{A0B464F6-3443-A63E-E04F-D2158D1DDE3D}"/>
                </a:ext>
              </a:extLst>
            </p:cNvPr>
            <p:cNvSpPr/>
            <p:nvPr/>
          </p:nvSpPr>
          <p:spPr>
            <a:xfrm>
              <a:off x="1684035" y="6415984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98" name="Text 64">
              <a:extLst>
                <a:ext uri="{FF2B5EF4-FFF2-40B4-BE49-F238E27FC236}">
                  <a16:creationId xmlns:a16="http://schemas.microsoft.com/office/drawing/2014/main" id="{4EE9B788-45F5-5CA3-3993-77A757B15296}"/>
                </a:ext>
              </a:extLst>
            </p:cNvPr>
            <p:cNvSpPr/>
            <p:nvPr/>
          </p:nvSpPr>
          <p:spPr>
            <a:xfrm>
              <a:off x="2598435" y="641598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199" name="Text 65">
              <a:extLst>
                <a:ext uri="{FF2B5EF4-FFF2-40B4-BE49-F238E27FC236}">
                  <a16:creationId xmlns:a16="http://schemas.microsoft.com/office/drawing/2014/main" id="{007007A5-0907-663F-7230-7FCC1971B60A}"/>
                </a:ext>
              </a:extLst>
            </p:cNvPr>
            <p:cNvSpPr/>
            <p:nvPr/>
          </p:nvSpPr>
          <p:spPr>
            <a:xfrm>
              <a:off x="3649995" y="6415984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200" name="Text 66">
              <a:extLst>
                <a:ext uri="{FF2B5EF4-FFF2-40B4-BE49-F238E27FC236}">
                  <a16:creationId xmlns:a16="http://schemas.microsoft.com/office/drawing/2014/main" id="{28330FAE-D876-38C9-9A00-7DA41E52A0AD}"/>
                </a:ext>
              </a:extLst>
            </p:cNvPr>
            <p:cNvSpPr/>
            <p:nvPr/>
          </p:nvSpPr>
          <p:spPr>
            <a:xfrm>
              <a:off x="4655835" y="6415984"/>
              <a:ext cx="1325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201" name="Text 2">
            <a:extLst>
              <a:ext uri="{FF2B5EF4-FFF2-40B4-BE49-F238E27FC236}">
                <a16:creationId xmlns:a16="http://schemas.microsoft.com/office/drawing/2014/main" id="{5AB6F5FE-3560-9E88-8A81-E82365F7D6C5}"/>
              </a:ext>
            </a:extLst>
          </p:cNvPr>
          <p:cNvSpPr/>
          <p:nvPr/>
        </p:nvSpPr>
        <p:spPr>
          <a:xfrm>
            <a:off x="381462" y="175593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residual?</a:t>
            </a:r>
            <a:endParaRPr lang="en-US" sz="2400" dirty="0"/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B6D70F72-FFC9-10C8-3592-C2946836337F}"/>
              </a:ext>
            </a:extLst>
          </p:cNvPr>
          <p:cNvCxnSpPr>
            <a:cxnSpLocks/>
          </p:cNvCxnSpPr>
          <p:nvPr/>
        </p:nvCxnSpPr>
        <p:spPr>
          <a:xfrm>
            <a:off x="5255046" y="3991087"/>
            <a:ext cx="1199542" cy="559398"/>
          </a:xfrm>
          <a:prstGeom prst="straightConnector1">
            <a:avLst/>
          </a:prstGeom>
          <a:ln w="38100">
            <a:solidFill>
              <a:srgbClr val="E4191B"/>
            </a:solidFill>
            <a:prstDash val="dash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5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406400" y="279400"/>
            <a:ext cx="11341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</a:rPr>
              <a:t>What should we check?</a:t>
            </a:r>
          </a:p>
        </p:txBody>
      </p:sp>
      <p:sp>
        <p:nvSpPr>
          <p:cNvPr id="10" name="ChecksBg"/>
          <p:cNvSpPr/>
          <p:nvPr/>
        </p:nvSpPr>
        <p:spPr>
          <a:xfrm>
            <a:off x="406400" y="1125415"/>
            <a:ext cx="5588000" cy="2659185"/>
          </a:xfrm>
          <a:prstGeom prst="roundRect">
            <a:avLst>
              <a:gd name="adj" fmla="val 5000"/>
            </a:avLst>
          </a:prstGeom>
          <a:solidFill>
            <a:srgbClr val="EAF4F5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ChecksHeader"/>
          <p:cNvSpPr/>
          <p:nvPr/>
        </p:nvSpPr>
        <p:spPr>
          <a:xfrm>
            <a:off x="635000" y="1323828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6B75"/>
                </a:solidFill>
                <a:latin typeface="Montserrat" pitchFamily="34" charset="0"/>
              </a:rPr>
              <a:t>Three quick checks</a:t>
            </a:r>
          </a:p>
        </p:txBody>
      </p:sp>
      <p:sp>
        <p:nvSpPr>
          <p:cNvPr id="20" name="Num1"/>
          <p:cNvSpPr/>
          <p:nvPr/>
        </p:nvSpPr>
        <p:spPr>
          <a:xfrm>
            <a:off x="635000" y="1803400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1</a:t>
            </a:r>
          </a:p>
        </p:txBody>
      </p:sp>
      <p:sp>
        <p:nvSpPr>
          <p:cNvPr id="21" name="Check1Title"/>
          <p:cNvSpPr/>
          <p:nvPr/>
        </p:nvSpPr>
        <p:spPr>
          <a:xfrm>
            <a:off x="1016000" y="1803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Median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0</a:t>
            </a:r>
          </a:p>
        </p:txBody>
      </p:sp>
      <p:sp>
        <p:nvSpPr>
          <p:cNvPr id="23" name="Sep1"/>
          <p:cNvSpPr/>
          <p:nvPr/>
        </p:nvSpPr>
        <p:spPr>
          <a:xfrm>
            <a:off x="1016000" y="2392223"/>
            <a:ext cx="4699000" cy="12700"/>
          </a:xfrm>
          <a:prstGeom prst="rect">
            <a:avLst/>
          </a:prstGeom>
          <a:solidFill>
            <a:srgbClr val="C0D8DB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0" name="Num2"/>
          <p:cNvSpPr/>
          <p:nvPr/>
        </p:nvSpPr>
        <p:spPr>
          <a:xfrm>
            <a:off x="635000" y="2468423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2</a:t>
            </a:r>
          </a:p>
        </p:txBody>
      </p:sp>
      <p:sp>
        <p:nvSpPr>
          <p:cNvPr id="31" name="Check2Title"/>
          <p:cNvSpPr/>
          <p:nvPr/>
        </p:nvSpPr>
        <p:spPr>
          <a:xfrm>
            <a:off x="1016000" y="2468423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|Q1|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</a:t>
            </a: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|Q3|</a:t>
            </a:r>
          </a:p>
        </p:txBody>
      </p:sp>
      <p:sp>
        <p:nvSpPr>
          <p:cNvPr id="33" name="Sep2"/>
          <p:cNvSpPr/>
          <p:nvPr/>
        </p:nvSpPr>
        <p:spPr>
          <a:xfrm>
            <a:off x="1016000" y="3060700"/>
            <a:ext cx="4699000" cy="12700"/>
          </a:xfrm>
          <a:prstGeom prst="rect">
            <a:avLst/>
          </a:prstGeom>
          <a:solidFill>
            <a:srgbClr val="C0D8DB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0" name="Num3"/>
          <p:cNvSpPr/>
          <p:nvPr/>
        </p:nvSpPr>
        <p:spPr>
          <a:xfrm>
            <a:off x="635000" y="3136900"/>
            <a:ext cx="304800" cy="3048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</a:p>
        </p:txBody>
      </p:sp>
      <p:sp>
        <p:nvSpPr>
          <p:cNvPr id="41" name="Check3Title"/>
          <p:cNvSpPr/>
          <p:nvPr/>
        </p:nvSpPr>
        <p:spPr>
          <a:xfrm>
            <a:off x="1016000" y="313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|Min| </a:t>
            </a:r>
            <a:r>
              <a:rPr lang="en-US" dirty="0">
                <a:solidFill>
                  <a:srgbClr val="2E6B75"/>
                </a:solidFill>
                <a:latin typeface="Montserrat" pitchFamily="34" charset="0"/>
              </a:rPr>
              <a:t>≈ </a:t>
            </a:r>
            <a:r>
              <a:rPr lang="en-US" b="1" dirty="0">
                <a:solidFill>
                  <a:srgbClr val="2E3640"/>
                </a:solidFill>
                <a:latin typeface="Montserrat" pitchFamily="34" charset="0"/>
              </a:rPr>
              <a:t>|Max|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7602A01-F51F-0ECB-26B7-E8568BAF3851}"/>
              </a:ext>
            </a:extLst>
          </p:cNvPr>
          <p:cNvGrpSpPr/>
          <p:nvPr/>
        </p:nvGrpSpPr>
        <p:grpSpPr>
          <a:xfrm>
            <a:off x="217658" y="4144823"/>
            <a:ext cx="5325013" cy="994589"/>
            <a:chOff x="217658" y="4144823"/>
            <a:chExt cx="5325013" cy="994589"/>
          </a:xfrm>
        </p:grpSpPr>
        <p:sp>
          <p:nvSpPr>
            <p:cNvPr id="80" name="NormalityBg"/>
            <p:cNvSpPr/>
            <p:nvPr/>
          </p:nvSpPr>
          <p:spPr>
            <a:xfrm>
              <a:off x="217658" y="4144823"/>
              <a:ext cx="5302307" cy="994589"/>
            </a:xfrm>
            <a:prstGeom prst="roundRect">
              <a:avLst>
                <a:gd name="adj" fmla="val 8000"/>
              </a:avLst>
            </a:prstGeom>
            <a:solidFill>
              <a:srgbClr val="2E6B75">
                <a:alpha val="10000"/>
              </a:srgbClr>
            </a:solidFill>
            <a:ln w="12700">
              <a:solidFill>
                <a:srgbClr val="2E6B75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NormalityIcon"/>
            <p:cNvSpPr/>
            <p:nvPr/>
          </p:nvSpPr>
          <p:spPr>
            <a:xfrm>
              <a:off x="382758" y="4365311"/>
              <a:ext cx="507396" cy="481466"/>
            </a:xfrm>
            <a:prstGeom prst="ellipse">
              <a:avLst/>
            </a:prstGeom>
            <a:solidFill>
              <a:srgbClr val="2E6B75"/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Open Sans" pitchFamily="34" charset="0"/>
                </a:rPr>
                <a:t>→</a:t>
              </a:r>
            </a:p>
          </p:txBody>
        </p:sp>
        <p:sp>
          <p:nvSpPr>
            <p:cNvPr id="82" name="NormalityText"/>
            <p:cNvSpPr/>
            <p:nvPr/>
          </p:nvSpPr>
          <p:spPr>
            <a:xfrm>
              <a:off x="1081258" y="4243931"/>
              <a:ext cx="4461413" cy="8171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dirty="0">
                  <a:solidFill>
                    <a:srgbClr val="2E3640"/>
                  </a:solidFill>
                  <a:latin typeface="Open Sans" pitchFamily="34" charset="0"/>
                </a:rPr>
                <a:t>This symmetry points to </a:t>
              </a:r>
              <a:r>
                <a:rPr lang="en-US" b="1" dirty="0">
                  <a:solidFill>
                    <a:srgbClr val="2E6B75"/>
                  </a:solidFill>
                  <a:latin typeface="Open Sans" pitchFamily="34" charset="0"/>
                </a:rPr>
                <a:t>normality of the residuals</a:t>
              </a:r>
              <a:r>
                <a:rPr lang="en-US" dirty="0">
                  <a:solidFill>
                    <a:srgbClr val="2E3640"/>
                  </a:solidFill>
                  <a:latin typeface="Open Sans" pitchFamily="34" charset="0"/>
                </a:rPr>
                <a:t>. To be discussed in full later.</a:t>
              </a:r>
            </a:p>
          </p:txBody>
        </p:sp>
      </p:grpSp>
      <p:sp>
        <p:nvSpPr>
          <p:cNvPr id="7" name="Shape 0">
            <a:extLst>
              <a:ext uri="{FF2B5EF4-FFF2-40B4-BE49-F238E27FC236}">
                <a16:creationId xmlns:a16="http://schemas.microsoft.com/office/drawing/2014/main" id="{D598168A-1FCC-5ED5-A9F9-9FF8611DCDBE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6D05CAB-F69C-C83B-FBA5-59E7BDC5E71C}"/>
              </a:ext>
            </a:extLst>
          </p:cNvPr>
          <p:cNvSpPr/>
          <p:nvPr/>
        </p:nvSpPr>
        <p:spPr>
          <a:xfrm>
            <a:off x="0" y="6721754"/>
            <a:ext cx="12192000" cy="1627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5D9E5E-0921-3C37-7373-80E00830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9" r="20009" b="60955"/>
          <a:stretch>
            <a:fillRect/>
          </a:stretch>
        </p:blipFill>
        <p:spPr>
          <a:xfrm>
            <a:off x="5711069" y="4192043"/>
            <a:ext cx="6200300" cy="1055876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SlopeArrow">
            <a:extLst>
              <a:ext uri="{FF2B5EF4-FFF2-40B4-BE49-F238E27FC236}">
                <a16:creationId xmlns:a16="http://schemas.microsoft.com/office/drawing/2014/main" id="{DD8E1EA0-E93B-8B5A-4434-5FA4372980CD}"/>
              </a:ext>
            </a:extLst>
          </p:cNvPr>
          <p:cNvSpPr/>
          <p:nvPr/>
        </p:nvSpPr>
        <p:spPr>
          <a:xfrm>
            <a:off x="7572612" y="2236611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1400" b="1" dirty="0">
                <a:latin typeface="Open Sans"/>
              </a:rPr>
              <a:t>ŷ = −10.78 + 0.3863x</a:t>
            </a:r>
          </a:p>
        </p:txBody>
      </p:sp>
      <p:sp>
        <p:nvSpPr>
          <p:cNvPr id="15" name="Shape 45">
            <a:extLst>
              <a:ext uri="{FF2B5EF4-FFF2-40B4-BE49-F238E27FC236}">
                <a16:creationId xmlns:a16="http://schemas.microsoft.com/office/drawing/2014/main" id="{8CCA1BA3-D915-C7DE-42E3-286B66A7AD8A}"/>
              </a:ext>
            </a:extLst>
          </p:cNvPr>
          <p:cNvSpPr/>
          <p:nvPr/>
        </p:nvSpPr>
        <p:spPr>
          <a:xfrm flipV="1">
            <a:off x="7304069" y="918826"/>
            <a:ext cx="3824626" cy="2062114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0CDA2D-35EF-F746-0DDD-FD480DE5BD76}"/>
              </a:ext>
            </a:extLst>
          </p:cNvPr>
          <p:cNvGrpSpPr/>
          <p:nvPr/>
        </p:nvGrpSpPr>
        <p:grpSpPr>
          <a:xfrm>
            <a:off x="6475192" y="181726"/>
            <a:ext cx="4939872" cy="3749094"/>
            <a:chOff x="6475192" y="181726"/>
            <a:chExt cx="4939872" cy="3749094"/>
          </a:xfrm>
        </p:grpSpPr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8444796A-0629-8C4B-2EF9-5F288B7532E3}"/>
                </a:ext>
              </a:extLst>
            </p:cNvPr>
            <p:cNvSpPr/>
            <p:nvPr/>
          </p:nvSpPr>
          <p:spPr>
            <a:xfrm>
              <a:off x="10791789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38F92496-B1E7-733F-2FC2-9EDCE7F1CE10}"/>
                </a:ext>
              </a:extLst>
            </p:cNvPr>
            <p:cNvSpPr/>
            <p:nvPr/>
          </p:nvSpPr>
          <p:spPr>
            <a:xfrm>
              <a:off x="75911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3297F5ED-D575-928F-BC05-CE8F3348AF95}"/>
                </a:ext>
              </a:extLst>
            </p:cNvPr>
            <p:cNvSpPr/>
            <p:nvPr/>
          </p:nvSpPr>
          <p:spPr>
            <a:xfrm>
              <a:off x="83913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2FDB2241-C577-BCFE-D083-90E1A0C241C3}"/>
                </a:ext>
              </a:extLst>
            </p:cNvPr>
            <p:cNvSpPr/>
            <p:nvPr/>
          </p:nvSpPr>
          <p:spPr>
            <a:xfrm>
              <a:off x="919149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E5426EB6-5980-8BDA-F25E-629A5B92B8B3}"/>
                </a:ext>
              </a:extLst>
            </p:cNvPr>
            <p:cNvSpPr/>
            <p:nvPr/>
          </p:nvSpPr>
          <p:spPr>
            <a:xfrm>
              <a:off x="9991640" y="207060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550F32E9-D0CC-244B-25A4-C7965ABB7DE1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F4356233-74A2-F10E-F989-FF39CF0EB08A}"/>
                </a:ext>
              </a:extLst>
            </p:cNvPr>
            <p:cNvSpPr/>
            <p:nvPr/>
          </p:nvSpPr>
          <p:spPr>
            <a:xfrm>
              <a:off x="7191115" y="285063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Shape 15">
              <a:extLst>
                <a:ext uri="{FF2B5EF4-FFF2-40B4-BE49-F238E27FC236}">
                  <a16:creationId xmlns:a16="http://schemas.microsoft.com/office/drawing/2014/main" id="{1560D942-901C-72A8-8B50-495804860536}"/>
                </a:ext>
              </a:extLst>
            </p:cNvPr>
            <p:cNvSpPr/>
            <p:nvPr/>
          </p:nvSpPr>
          <p:spPr>
            <a:xfrm>
              <a:off x="7191115" y="2311126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D5CC3530-2880-36F9-86AA-AE9F54EFDF6F}"/>
                </a:ext>
              </a:extLst>
            </p:cNvPr>
            <p:cNvSpPr/>
            <p:nvPr/>
          </p:nvSpPr>
          <p:spPr>
            <a:xfrm>
              <a:off x="7191115" y="17716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486B36F0-FB6D-55F9-C569-FA8FA969C006}"/>
                </a:ext>
              </a:extLst>
            </p:cNvPr>
            <p:cNvSpPr/>
            <p:nvPr/>
          </p:nvSpPr>
          <p:spPr>
            <a:xfrm>
              <a:off x="7191115" y="1232117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82B9B6AE-804E-4686-45DA-3CE86C224BA0}"/>
                </a:ext>
              </a:extLst>
            </p:cNvPr>
            <p:cNvSpPr/>
            <p:nvPr/>
          </p:nvSpPr>
          <p:spPr>
            <a:xfrm>
              <a:off x="7191115" y="6926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Shape 19">
              <a:extLst>
                <a:ext uri="{FF2B5EF4-FFF2-40B4-BE49-F238E27FC236}">
                  <a16:creationId xmlns:a16="http://schemas.microsoft.com/office/drawing/2014/main" id="{1CEF49E0-7ED3-573B-0F50-E5EF63E75023}"/>
                </a:ext>
              </a:extLst>
            </p:cNvPr>
            <p:cNvSpPr/>
            <p:nvPr/>
          </p:nvSpPr>
          <p:spPr>
            <a:xfrm>
              <a:off x="7191115" y="3390134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D065B44C-68AB-E7F1-7397-857D214400D7}"/>
                </a:ext>
              </a:extLst>
            </p:cNvPr>
            <p:cNvSpPr/>
            <p:nvPr/>
          </p:nvSpPr>
          <p:spPr>
            <a:xfrm>
              <a:off x="7191115" y="207060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98FABC5B-D43D-F609-84A3-03E3775D2F0C}"/>
                </a:ext>
              </a:extLst>
            </p:cNvPr>
            <p:cNvSpPr/>
            <p:nvPr/>
          </p:nvSpPr>
          <p:spPr>
            <a:xfrm>
              <a:off x="75911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9" name="Text 22">
              <a:extLst>
                <a:ext uri="{FF2B5EF4-FFF2-40B4-BE49-F238E27FC236}">
                  <a16:creationId xmlns:a16="http://schemas.microsoft.com/office/drawing/2014/main" id="{2CAC03C7-0590-89E3-C745-25AB9907BE88}"/>
                </a:ext>
              </a:extLst>
            </p:cNvPr>
            <p:cNvSpPr/>
            <p:nvPr/>
          </p:nvSpPr>
          <p:spPr>
            <a:xfrm>
              <a:off x="72542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F75FFA0C-891C-E10B-9AC8-266675D29427}"/>
                </a:ext>
              </a:extLst>
            </p:cNvPr>
            <p:cNvSpPr/>
            <p:nvPr/>
          </p:nvSpPr>
          <p:spPr>
            <a:xfrm>
              <a:off x="83913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04A0ABD3-F06E-3442-153B-0D4F1E3138B3}"/>
                </a:ext>
              </a:extLst>
            </p:cNvPr>
            <p:cNvSpPr/>
            <p:nvPr/>
          </p:nvSpPr>
          <p:spPr>
            <a:xfrm>
              <a:off x="80544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F6FF1927-8A76-1845-C4B4-F78D882BC540}"/>
                </a:ext>
              </a:extLst>
            </p:cNvPr>
            <p:cNvSpPr/>
            <p:nvPr/>
          </p:nvSpPr>
          <p:spPr>
            <a:xfrm>
              <a:off x="919149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6" name="Text 26">
              <a:extLst>
                <a:ext uri="{FF2B5EF4-FFF2-40B4-BE49-F238E27FC236}">
                  <a16:creationId xmlns:a16="http://schemas.microsoft.com/office/drawing/2014/main" id="{52D37684-6BB7-34A7-2A8F-2E4C3E59B0D3}"/>
                </a:ext>
              </a:extLst>
            </p:cNvPr>
            <p:cNvSpPr/>
            <p:nvPr/>
          </p:nvSpPr>
          <p:spPr>
            <a:xfrm>
              <a:off x="885458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358D5301-98BA-B28A-FA87-669C2A1BD50F}"/>
                </a:ext>
              </a:extLst>
            </p:cNvPr>
            <p:cNvSpPr/>
            <p:nvPr/>
          </p:nvSpPr>
          <p:spPr>
            <a:xfrm>
              <a:off x="9991640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2E3971C8-4770-C89F-DA44-1B0F658531B7}"/>
                </a:ext>
              </a:extLst>
            </p:cNvPr>
            <p:cNvSpPr/>
            <p:nvPr/>
          </p:nvSpPr>
          <p:spPr>
            <a:xfrm>
              <a:off x="9654735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ACA2114-1329-115B-3670-8B0C06F1582F}"/>
                </a:ext>
              </a:extLst>
            </p:cNvPr>
            <p:cNvSpPr/>
            <p:nvPr/>
          </p:nvSpPr>
          <p:spPr>
            <a:xfrm>
              <a:off x="10791789" y="3390134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30">
              <a:extLst>
                <a:ext uri="{FF2B5EF4-FFF2-40B4-BE49-F238E27FC236}">
                  <a16:creationId xmlns:a16="http://schemas.microsoft.com/office/drawing/2014/main" id="{21F4091F-56D7-FBB2-BB6C-7172D5041069}"/>
                </a:ext>
              </a:extLst>
            </p:cNvPr>
            <p:cNvSpPr/>
            <p:nvPr/>
          </p:nvSpPr>
          <p:spPr>
            <a:xfrm>
              <a:off x="10454884" y="3477341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57" name="Shape 31">
              <a:extLst>
                <a:ext uri="{FF2B5EF4-FFF2-40B4-BE49-F238E27FC236}">
                  <a16:creationId xmlns:a16="http://schemas.microsoft.com/office/drawing/2014/main" id="{E3DCF126-C1E0-A68D-E661-C1798BEC31B7}"/>
                </a:ext>
              </a:extLst>
            </p:cNvPr>
            <p:cNvSpPr/>
            <p:nvPr/>
          </p:nvSpPr>
          <p:spPr>
            <a:xfrm>
              <a:off x="7132157" y="339013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8" name="Text 32">
              <a:extLst>
                <a:ext uri="{FF2B5EF4-FFF2-40B4-BE49-F238E27FC236}">
                  <a16:creationId xmlns:a16="http://schemas.microsoft.com/office/drawing/2014/main" id="{4A196424-EB45-E035-0C47-90682FF90000}"/>
                </a:ext>
              </a:extLst>
            </p:cNvPr>
            <p:cNvSpPr/>
            <p:nvPr/>
          </p:nvSpPr>
          <p:spPr>
            <a:xfrm>
              <a:off x="6475192" y="327676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59" name="Shape 33">
              <a:extLst>
                <a:ext uri="{FF2B5EF4-FFF2-40B4-BE49-F238E27FC236}">
                  <a16:creationId xmlns:a16="http://schemas.microsoft.com/office/drawing/2014/main" id="{95906F63-8700-53EE-F622-058EA9D4D1CE}"/>
                </a:ext>
              </a:extLst>
            </p:cNvPr>
            <p:cNvSpPr/>
            <p:nvPr/>
          </p:nvSpPr>
          <p:spPr>
            <a:xfrm>
              <a:off x="7132157" y="285063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Text 34">
              <a:extLst>
                <a:ext uri="{FF2B5EF4-FFF2-40B4-BE49-F238E27FC236}">
                  <a16:creationId xmlns:a16="http://schemas.microsoft.com/office/drawing/2014/main" id="{17853D51-4230-F8EC-5E02-C053CB82B226}"/>
                </a:ext>
              </a:extLst>
            </p:cNvPr>
            <p:cNvSpPr/>
            <p:nvPr/>
          </p:nvSpPr>
          <p:spPr>
            <a:xfrm>
              <a:off x="6475192" y="273726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900" dirty="0"/>
            </a:p>
          </p:txBody>
        </p:sp>
        <p:sp>
          <p:nvSpPr>
            <p:cNvPr id="67" name="Shape 35">
              <a:extLst>
                <a:ext uri="{FF2B5EF4-FFF2-40B4-BE49-F238E27FC236}">
                  <a16:creationId xmlns:a16="http://schemas.microsoft.com/office/drawing/2014/main" id="{593916AA-F73F-566D-637A-4D8F872A84FA}"/>
                </a:ext>
              </a:extLst>
            </p:cNvPr>
            <p:cNvSpPr/>
            <p:nvPr/>
          </p:nvSpPr>
          <p:spPr>
            <a:xfrm>
              <a:off x="7132157" y="2311126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Text 36">
              <a:extLst>
                <a:ext uri="{FF2B5EF4-FFF2-40B4-BE49-F238E27FC236}">
                  <a16:creationId xmlns:a16="http://schemas.microsoft.com/office/drawing/2014/main" id="{76D6DDC8-0252-009C-0973-D67499A309CA}"/>
                </a:ext>
              </a:extLst>
            </p:cNvPr>
            <p:cNvSpPr/>
            <p:nvPr/>
          </p:nvSpPr>
          <p:spPr>
            <a:xfrm>
              <a:off x="6475192" y="219775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69" name="Shape 37">
              <a:extLst>
                <a:ext uri="{FF2B5EF4-FFF2-40B4-BE49-F238E27FC236}">
                  <a16:creationId xmlns:a16="http://schemas.microsoft.com/office/drawing/2014/main" id="{0E84F92E-49CF-AFB2-7C57-DADF3A2ABE81}"/>
                </a:ext>
              </a:extLst>
            </p:cNvPr>
            <p:cNvSpPr/>
            <p:nvPr/>
          </p:nvSpPr>
          <p:spPr>
            <a:xfrm>
              <a:off x="7132157" y="17716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7130FDF-A99B-AD6D-623B-985944E52036}"/>
                </a:ext>
              </a:extLst>
            </p:cNvPr>
            <p:cNvSpPr/>
            <p:nvPr/>
          </p:nvSpPr>
          <p:spPr>
            <a:xfrm>
              <a:off x="6475192" y="16582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900" dirty="0"/>
            </a:p>
          </p:txBody>
        </p:sp>
        <p:sp>
          <p:nvSpPr>
            <p:cNvPr id="74" name="Shape 39">
              <a:extLst>
                <a:ext uri="{FF2B5EF4-FFF2-40B4-BE49-F238E27FC236}">
                  <a16:creationId xmlns:a16="http://schemas.microsoft.com/office/drawing/2014/main" id="{BB9172BB-52BA-84CE-0981-E5F01C900F58}"/>
                </a:ext>
              </a:extLst>
            </p:cNvPr>
            <p:cNvSpPr/>
            <p:nvPr/>
          </p:nvSpPr>
          <p:spPr>
            <a:xfrm>
              <a:off x="7132157" y="1232117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642592A-95FF-940F-B742-0FDCB5260E22}"/>
                </a:ext>
              </a:extLst>
            </p:cNvPr>
            <p:cNvSpPr/>
            <p:nvPr/>
          </p:nvSpPr>
          <p:spPr>
            <a:xfrm>
              <a:off x="6475192" y="11187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76" name="Shape 41">
              <a:extLst>
                <a:ext uri="{FF2B5EF4-FFF2-40B4-BE49-F238E27FC236}">
                  <a16:creationId xmlns:a16="http://schemas.microsoft.com/office/drawing/2014/main" id="{24B1C95F-7C12-E58C-B240-2696ADB76428}"/>
                </a:ext>
              </a:extLst>
            </p:cNvPr>
            <p:cNvSpPr/>
            <p:nvPr/>
          </p:nvSpPr>
          <p:spPr>
            <a:xfrm>
              <a:off x="7132157" y="6926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C4AB3DB2-872D-AD20-09A3-5D5C99C40E1B}"/>
                </a:ext>
              </a:extLst>
            </p:cNvPr>
            <p:cNvSpPr/>
            <p:nvPr/>
          </p:nvSpPr>
          <p:spPr>
            <a:xfrm>
              <a:off x="6475192" y="5792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900" dirty="0"/>
            </a:p>
          </p:txBody>
        </p:sp>
        <p:sp>
          <p:nvSpPr>
            <p:cNvPr id="78" name="Text 43">
              <a:extLst>
                <a:ext uri="{FF2B5EF4-FFF2-40B4-BE49-F238E27FC236}">
                  <a16:creationId xmlns:a16="http://schemas.microsoft.com/office/drawing/2014/main" id="{42BC7BC5-84B7-0F80-C875-B00B59DD2765}"/>
                </a:ext>
              </a:extLst>
            </p:cNvPr>
            <p:cNvSpPr/>
            <p:nvPr/>
          </p:nvSpPr>
          <p:spPr>
            <a:xfrm>
              <a:off x="7191115" y="3669198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400" dirty="0"/>
            </a:p>
          </p:txBody>
        </p:sp>
        <p:sp>
          <p:nvSpPr>
            <p:cNvPr id="79" name="Text 44">
              <a:extLst>
                <a:ext uri="{FF2B5EF4-FFF2-40B4-BE49-F238E27FC236}">
                  <a16:creationId xmlns:a16="http://schemas.microsoft.com/office/drawing/2014/main" id="{564F17EE-171A-A181-6D7D-2901A50DFDCD}"/>
                </a:ext>
              </a:extLst>
            </p:cNvPr>
            <p:cNvSpPr/>
            <p:nvPr/>
          </p:nvSpPr>
          <p:spPr>
            <a:xfrm rot="16200000">
              <a:off x="5988098" y="1646990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400" dirty="0"/>
            </a:p>
          </p:txBody>
        </p:sp>
        <p:sp>
          <p:nvSpPr>
            <p:cNvPr id="83" name="Shape 46">
              <a:extLst>
                <a:ext uri="{FF2B5EF4-FFF2-40B4-BE49-F238E27FC236}">
                  <a16:creationId xmlns:a16="http://schemas.microsoft.com/office/drawing/2014/main" id="{F0DE9776-73E7-422D-FA52-D9A5507A9D83}"/>
                </a:ext>
              </a:extLst>
            </p:cNvPr>
            <p:cNvSpPr/>
            <p:nvPr/>
          </p:nvSpPr>
          <p:spPr>
            <a:xfrm>
              <a:off x="7498541" y="3232702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4" name="Text 47">
              <a:extLst>
                <a:ext uri="{FF2B5EF4-FFF2-40B4-BE49-F238E27FC236}">
                  <a16:creationId xmlns:a16="http://schemas.microsoft.com/office/drawing/2014/main" id="{36E10B9A-F0DA-939F-7C0F-91411A54546D}"/>
                </a:ext>
              </a:extLst>
            </p:cNvPr>
            <p:cNvSpPr/>
            <p:nvPr/>
          </p:nvSpPr>
          <p:spPr>
            <a:xfrm>
              <a:off x="7709107" y="321526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1050" dirty="0"/>
            </a:p>
          </p:txBody>
        </p:sp>
        <p:sp>
          <p:nvSpPr>
            <p:cNvPr id="85" name="Shape 48">
              <a:extLst>
                <a:ext uri="{FF2B5EF4-FFF2-40B4-BE49-F238E27FC236}">
                  <a16:creationId xmlns:a16="http://schemas.microsoft.com/office/drawing/2014/main" id="{65BAC70E-90CE-2952-6A0F-ABF1D09F0856}"/>
                </a:ext>
              </a:extLst>
            </p:cNvPr>
            <p:cNvSpPr/>
            <p:nvPr/>
          </p:nvSpPr>
          <p:spPr>
            <a:xfrm>
              <a:off x="7498541" y="2591771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49">
              <a:extLst>
                <a:ext uri="{FF2B5EF4-FFF2-40B4-BE49-F238E27FC236}">
                  <a16:creationId xmlns:a16="http://schemas.microsoft.com/office/drawing/2014/main" id="{8591674C-BC7E-E310-954A-E6BCA48AEF86}"/>
                </a:ext>
              </a:extLst>
            </p:cNvPr>
            <p:cNvSpPr/>
            <p:nvPr/>
          </p:nvSpPr>
          <p:spPr>
            <a:xfrm>
              <a:off x="7695234" y="246735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1050" dirty="0"/>
            </a:p>
          </p:txBody>
        </p:sp>
        <p:sp>
          <p:nvSpPr>
            <p:cNvPr id="87" name="Shape 50">
              <a:extLst>
                <a:ext uri="{FF2B5EF4-FFF2-40B4-BE49-F238E27FC236}">
                  <a16:creationId xmlns:a16="http://schemas.microsoft.com/office/drawing/2014/main" id="{1D4A240F-7426-1769-8111-F1E4EA2A7C90}"/>
                </a:ext>
              </a:extLst>
            </p:cNvPr>
            <p:cNvSpPr/>
            <p:nvPr/>
          </p:nvSpPr>
          <p:spPr>
            <a:xfrm>
              <a:off x="8298691" y="2024213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Text 51">
              <a:extLst>
                <a:ext uri="{FF2B5EF4-FFF2-40B4-BE49-F238E27FC236}">
                  <a16:creationId xmlns:a16="http://schemas.microsoft.com/office/drawing/2014/main" id="{8B957284-3C5E-CA6A-1227-05518B9C27FE}"/>
                </a:ext>
              </a:extLst>
            </p:cNvPr>
            <p:cNvSpPr/>
            <p:nvPr/>
          </p:nvSpPr>
          <p:spPr>
            <a:xfrm>
              <a:off x="8509257" y="200677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1050" dirty="0"/>
            </a:p>
          </p:txBody>
        </p:sp>
        <p:sp>
          <p:nvSpPr>
            <p:cNvPr id="89" name="Shape 52">
              <a:extLst>
                <a:ext uri="{FF2B5EF4-FFF2-40B4-BE49-F238E27FC236}">
                  <a16:creationId xmlns:a16="http://schemas.microsoft.com/office/drawing/2014/main" id="{C43E998E-64CC-FE2F-A3E6-94E196B50B03}"/>
                </a:ext>
              </a:extLst>
            </p:cNvPr>
            <p:cNvSpPr/>
            <p:nvPr/>
          </p:nvSpPr>
          <p:spPr>
            <a:xfrm>
              <a:off x="9098841" y="1069291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3610D6E1-12DC-23BB-5FDD-F7CBCECBF52B}"/>
                </a:ext>
              </a:extLst>
            </p:cNvPr>
            <p:cNvSpPr/>
            <p:nvPr/>
          </p:nvSpPr>
          <p:spPr>
            <a:xfrm>
              <a:off x="9309407" y="105185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1050" dirty="0"/>
            </a:p>
          </p:txBody>
        </p:sp>
        <p:sp>
          <p:nvSpPr>
            <p:cNvPr id="91" name="Shape 54">
              <a:extLst>
                <a:ext uri="{FF2B5EF4-FFF2-40B4-BE49-F238E27FC236}">
                  <a16:creationId xmlns:a16="http://schemas.microsoft.com/office/drawing/2014/main" id="{0F9D80BB-F5F8-37BB-0AFB-B706FF4C0D53}"/>
                </a:ext>
              </a:extLst>
            </p:cNvPr>
            <p:cNvSpPr/>
            <p:nvPr/>
          </p:nvSpPr>
          <p:spPr>
            <a:xfrm>
              <a:off x="9898991" y="1642244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7496932C-CA5A-0759-47B5-B798E43C8B05}"/>
                </a:ext>
              </a:extLst>
            </p:cNvPr>
            <p:cNvSpPr/>
            <p:nvPr/>
          </p:nvSpPr>
          <p:spPr>
            <a:xfrm>
              <a:off x="10109556" y="162480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1050" dirty="0"/>
            </a:p>
          </p:txBody>
        </p:sp>
        <p:sp>
          <p:nvSpPr>
            <p:cNvPr id="93" name="Shape 56">
              <a:extLst>
                <a:ext uri="{FF2B5EF4-FFF2-40B4-BE49-F238E27FC236}">
                  <a16:creationId xmlns:a16="http://schemas.microsoft.com/office/drawing/2014/main" id="{CE27767D-FFFB-58D3-45A6-8FB44B9A9212}"/>
                </a:ext>
              </a:extLst>
            </p:cNvPr>
            <p:cNvSpPr/>
            <p:nvPr/>
          </p:nvSpPr>
          <p:spPr>
            <a:xfrm>
              <a:off x="10699141" y="1524633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F725F10-438C-BF86-CCB7-9D0E4F5E32B2}"/>
                </a:ext>
              </a:extLst>
            </p:cNvPr>
            <p:cNvSpPr/>
            <p:nvPr/>
          </p:nvSpPr>
          <p:spPr>
            <a:xfrm>
              <a:off x="10909706" y="1643795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1050" dirty="0"/>
            </a:p>
          </p:txBody>
        </p:sp>
        <p:sp>
          <p:nvSpPr>
            <p:cNvPr id="95" name="Shape 58">
              <a:extLst>
                <a:ext uri="{FF2B5EF4-FFF2-40B4-BE49-F238E27FC236}">
                  <a16:creationId xmlns:a16="http://schemas.microsoft.com/office/drawing/2014/main" id="{4401A450-DE64-3F4C-F4A1-C0A47AEDF4A1}"/>
                </a:ext>
              </a:extLst>
            </p:cNvPr>
            <p:cNvSpPr/>
            <p:nvPr/>
          </p:nvSpPr>
          <p:spPr>
            <a:xfrm>
              <a:off x="10650650" y="1488573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Text 59">
              <a:extLst>
                <a:ext uri="{FF2B5EF4-FFF2-40B4-BE49-F238E27FC236}">
                  <a16:creationId xmlns:a16="http://schemas.microsoft.com/office/drawing/2014/main" id="{EACB6813-A1F0-A2A4-EB81-19CE65A805E2}"/>
                </a:ext>
              </a:extLst>
            </p:cNvPr>
            <p:cNvSpPr/>
            <p:nvPr/>
          </p:nvSpPr>
          <p:spPr>
            <a:xfrm>
              <a:off x="10909706" y="1475130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1050" dirty="0"/>
            </a:p>
          </p:txBody>
        </p:sp>
        <p:sp>
          <p:nvSpPr>
            <p:cNvPr id="97" name="Shape 60">
              <a:extLst>
                <a:ext uri="{FF2B5EF4-FFF2-40B4-BE49-F238E27FC236}">
                  <a16:creationId xmlns:a16="http://schemas.microsoft.com/office/drawing/2014/main" id="{BF06E0E9-9951-0126-F1CC-704D64F9F846}"/>
                </a:ext>
              </a:extLst>
            </p:cNvPr>
            <p:cNvSpPr/>
            <p:nvPr/>
          </p:nvSpPr>
          <p:spPr>
            <a:xfrm>
              <a:off x="10699141" y="29277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8" name="Text 61">
              <a:extLst>
                <a:ext uri="{FF2B5EF4-FFF2-40B4-BE49-F238E27FC236}">
                  <a16:creationId xmlns:a16="http://schemas.microsoft.com/office/drawing/2014/main" id="{4FF85408-BD12-0089-310D-CF2B784813E7}"/>
                </a:ext>
              </a:extLst>
            </p:cNvPr>
            <p:cNvSpPr/>
            <p:nvPr/>
          </p:nvSpPr>
          <p:spPr>
            <a:xfrm>
              <a:off x="10909706" y="181726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1050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43EF074-03E1-964F-055A-6FC2CA2CF127}"/>
              </a:ext>
            </a:extLst>
          </p:cNvPr>
          <p:cNvGrpSpPr/>
          <p:nvPr/>
        </p:nvGrpSpPr>
        <p:grpSpPr>
          <a:xfrm>
            <a:off x="7572611" y="417843"/>
            <a:ext cx="3240073" cy="2875998"/>
            <a:chOff x="7572611" y="580681"/>
            <a:chExt cx="3240073" cy="2875998"/>
          </a:xfrm>
        </p:grpSpPr>
        <p:sp>
          <p:nvSpPr>
            <p:cNvPr id="100" name="Shape 48">
              <a:extLst>
                <a:ext uri="{FF2B5EF4-FFF2-40B4-BE49-F238E27FC236}">
                  <a16:creationId xmlns:a16="http://schemas.microsoft.com/office/drawing/2014/main" id="{C76515CD-88CC-9DF0-BA9E-D03FAB0DE0AE}"/>
                </a:ext>
              </a:extLst>
            </p:cNvPr>
            <p:cNvSpPr/>
            <p:nvPr/>
          </p:nvSpPr>
          <p:spPr>
            <a:xfrm flipH="1">
              <a:off x="7572611" y="299924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Shape 48">
              <a:extLst>
                <a:ext uri="{FF2B5EF4-FFF2-40B4-BE49-F238E27FC236}">
                  <a16:creationId xmlns:a16="http://schemas.microsoft.com/office/drawing/2014/main" id="{6F06E91B-B74F-FF75-880D-C9983BC07B87}"/>
                </a:ext>
              </a:extLst>
            </p:cNvPr>
            <p:cNvSpPr/>
            <p:nvPr/>
          </p:nvSpPr>
          <p:spPr>
            <a:xfrm flipH="1">
              <a:off x="10812684" y="127502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102" name="Shape 48">
              <a:extLst>
                <a:ext uri="{FF2B5EF4-FFF2-40B4-BE49-F238E27FC236}">
                  <a16:creationId xmlns:a16="http://schemas.microsoft.com/office/drawing/2014/main" id="{037BD85A-2DFE-B33F-81F9-8536ECC62094}"/>
                </a:ext>
              </a:extLst>
            </p:cNvPr>
            <p:cNvSpPr/>
            <p:nvPr/>
          </p:nvSpPr>
          <p:spPr>
            <a:xfrm flipH="1">
              <a:off x="8391337" y="230715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3" name="Shape 48">
              <a:extLst>
                <a:ext uri="{FF2B5EF4-FFF2-40B4-BE49-F238E27FC236}">
                  <a16:creationId xmlns:a16="http://schemas.microsoft.com/office/drawing/2014/main" id="{BE49E385-FEBA-FA0C-3BEA-75FCD7BEE32F}"/>
                </a:ext>
              </a:extLst>
            </p:cNvPr>
            <p:cNvSpPr/>
            <p:nvPr/>
          </p:nvSpPr>
          <p:spPr>
            <a:xfrm>
              <a:off x="9191490" y="138329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4" name="Shape 48">
              <a:extLst>
                <a:ext uri="{FF2B5EF4-FFF2-40B4-BE49-F238E27FC236}">
                  <a16:creationId xmlns:a16="http://schemas.microsoft.com/office/drawing/2014/main" id="{3776E1F8-3958-9CC9-8A41-D98FD041D87A}"/>
                </a:ext>
              </a:extLst>
            </p:cNvPr>
            <p:cNvSpPr/>
            <p:nvPr/>
          </p:nvSpPr>
          <p:spPr>
            <a:xfrm flipH="1">
              <a:off x="9999324" y="170824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5" name="Shape 48">
              <a:extLst>
                <a:ext uri="{FF2B5EF4-FFF2-40B4-BE49-F238E27FC236}">
                  <a16:creationId xmlns:a16="http://schemas.microsoft.com/office/drawing/2014/main" id="{944B2C4F-3B9A-A7BB-8CD8-87374FA9443E}"/>
                </a:ext>
              </a:extLst>
            </p:cNvPr>
            <p:cNvSpPr/>
            <p:nvPr/>
          </p:nvSpPr>
          <p:spPr>
            <a:xfrm flipH="1">
              <a:off x="10787417" y="58068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Shape 48">
              <a:extLst>
                <a:ext uri="{FF2B5EF4-FFF2-40B4-BE49-F238E27FC236}">
                  <a16:creationId xmlns:a16="http://schemas.microsoft.com/office/drawing/2014/main" id="{D4B0FBF9-7AAE-C056-6852-22E0A9F0A5D4}"/>
                </a:ext>
              </a:extLst>
            </p:cNvPr>
            <p:cNvSpPr/>
            <p:nvPr/>
          </p:nvSpPr>
          <p:spPr>
            <a:xfrm>
              <a:off x="10728620" y="129815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Shape 48">
              <a:extLst>
                <a:ext uri="{FF2B5EF4-FFF2-40B4-BE49-F238E27FC236}">
                  <a16:creationId xmlns:a16="http://schemas.microsoft.com/office/drawing/2014/main" id="{87EE214E-4041-A561-61C3-1084290D5F3C}"/>
                </a:ext>
              </a:extLst>
            </p:cNvPr>
            <p:cNvSpPr/>
            <p:nvPr/>
          </p:nvSpPr>
          <p:spPr>
            <a:xfrm flipH="1">
              <a:off x="7583506" y="286799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3321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3" grpId="0" animBg="1"/>
      <p:bldP spid="30" grpId="0" animBg="1"/>
      <p:bldP spid="31" grpId="0"/>
      <p:bldP spid="33" grpId="0" animBg="1"/>
      <p:bldP spid="40" grpId="0" animBg="1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ottomBar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06400" y="279400"/>
            <a:ext cx="113411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Practice: Identifying residuals</a:t>
            </a:r>
          </a:p>
        </p:txBody>
      </p:sp>
      <p:sp>
        <p:nvSpPr>
          <p:cNvPr id="10" name="ChartBg"/>
          <p:cNvSpPr/>
          <p:nvPr/>
        </p:nvSpPr>
        <p:spPr>
          <a:xfrm>
            <a:off x="5842000" y="952500"/>
            <a:ext cx="5969000" cy="469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XAxis"/>
          <p:cNvCxnSpPr/>
          <p:nvPr/>
        </p:nvCxnSpPr>
        <p:spPr>
          <a:xfrm>
            <a:off x="6223000" y="5143500"/>
            <a:ext cx="5334000" cy="0"/>
          </a:xfrm>
          <a:prstGeom prst="line">
            <a:avLst/>
          </a:prstGeom>
          <a:ln w="15875">
            <a:solidFill>
              <a:srgbClr val="555555"/>
            </a:solidFill>
          </a:ln>
        </p:spPr>
      </p:cxnSp>
      <p:cxnSp>
        <p:nvCxnSpPr>
          <p:cNvPr id="12" name="YAxis"/>
          <p:cNvCxnSpPr/>
          <p:nvPr/>
        </p:nvCxnSpPr>
        <p:spPr>
          <a:xfrm>
            <a:off x="6223000" y="1206500"/>
            <a:ext cx="0" cy="3937000"/>
          </a:xfrm>
          <a:prstGeom prst="line">
            <a:avLst/>
          </a:prstGeom>
          <a:ln w="15875">
            <a:solidFill>
              <a:srgbClr val="555555"/>
            </a:solidFill>
          </a:ln>
        </p:spPr>
      </p:cxnSp>
      <p:cxnSp>
        <p:nvCxnSpPr>
          <p:cNvPr id="13" name="BestFitLine"/>
          <p:cNvCxnSpPr/>
          <p:nvPr/>
        </p:nvCxnSpPr>
        <p:spPr>
          <a:xfrm flipV="1">
            <a:off x="6604000" y="1587500"/>
            <a:ext cx="4826000" cy="3175000"/>
          </a:xfrm>
          <a:prstGeom prst="line">
            <a:avLst/>
          </a:prstGeom>
          <a:ln w="25400">
            <a:solidFill>
              <a:srgbClr val="2E6B75"/>
            </a:solidFill>
          </a:ln>
        </p:spPr>
      </p:cxnSp>
      <p:sp>
        <p:nvSpPr>
          <p:cNvPr id="20" name="Dot20"/>
          <p:cNvSpPr/>
          <p:nvPr/>
        </p:nvSpPr>
        <p:spPr>
          <a:xfrm>
            <a:off x="6769100" y="4569995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21"/>
          <p:cNvSpPr/>
          <p:nvPr/>
        </p:nvSpPr>
        <p:spPr>
          <a:xfrm>
            <a:off x="7493000" y="4319570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ot22"/>
          <p:cNvSpPr/>
          <p:nvPr/>
        </p:nvSpPr>
        <p:spPr>
          <a:xfrm>
            <a:off x="8483600" y="3606800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ot23"/>
          <p:cNvSpPr/>
          <p:nvPr/>
        </p:nvSpPr>
        <p:spPr>
          <a:xfrm>
            <a:off x="9475580" y="2585744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Dot24"/>
          <p:cNvSpPr/>
          <p:nvPr/>
        </p:nvSpPr>
        <p:spPr>
          <a:xfrm>
            <a:off x="10452100" y="2210468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Dot25"/>
          <p:cNvSpPr/>
          <p:nvPr/>
        </p:nvSpPr>
        <p:spPr>
          <a:xfrm>
            <a:off x="10960100" y="1596858"/>
            <a:ext cx="177800" cy="1778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Dot30"/>
          <p:cNvSpPr/>
          <p:nvPr/>
        </p:nvSpPr>
        <p:spPr>
          <a:xfrm>
            <a:off x="7785100" y="3012574"/>
            <a:ext cx="177800" cy="1778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LabelA"/>
          <p:cNvSpPr/>
          <p:nvPr/>
        </p:nvSpPr>
        <p:spPr>
          <a:xfrm>
            <a:off x="7797800" y="2771274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Montserrat" pitchFamily="34" charset="0"/>
              </a:rPr>
              <a:t>A</a:t>
            </a:r>
          </a:p>
        </p:txBody>
      </p:sp>
      <p:sp>
        <p:nvSpPr>
          <p:cNvPr id="31" name="Dot31"/>
          <p:cNvSpPr/>
          <p:nvPr/>
        </p:nvSpPr>
        <p:spPr>
          <a:xfrm>
            <a:off x="8928100" y="2857500"/>
            <a:ext cx="177800" cy="1778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LabelB"/>
          <p:cNvSpPr/>
          <p:nvPr/>
        </p:nvSpPr>
        <p:spPr>
          <a:xfrm>
            <a:off x="8940800" y="2616200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Montserrat" pitchFamily="34" charset="0"/>
              </a:rPr>
              <a:t>B</a:t>
            </a:r>
          </a:p>
        </p:txBody>
      </p:sp>
      <p:sp>
        <p:nvSpPr>
          <p:cNvPr id="32" name="Dot32"/>
          <p:cNvSpPr/>
          <p:nvPr/>
        </p:nvSpPr>
        <p:spPr>
          <a:xfrm>
            <a:off x="10071100" y="1826126"/>
            <a:ext cx="177800" cy="1778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LabelC"/>
          <p:cNvSpPr/>
          <p:nvPr/>
        </p:nvSpPr>
        <p:spPr>
          <a:xfrm>
            <a:off x="10083800" y="1584826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Montserrat" pitchFamily="34" charset="0"/>
              </a:rPr>
              <a:t>C</a:t>
            </a:r>
          </a:p>
        </p:txBody>
      </p:sp>
      <p:sp>
        <p:nvSpPr>
          <p:cNvPr id="33" name="Dot33"/>
          <p:cNvSpPr/>
          <p:nvPr/>
        </p:nvSpPr>
        <p:spPr>
          <a:xfrm>
            <a:off x="10706100" y="2487863"/>
            <a:ext cx="177800" cy="1778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LabelD"/>
          <p:cNvSpPr/>
          <p:nvPr/>
        </p:nvSpPr>
        <p:spPr>
          <a:xfrm>
            <a:off x="10718800" y="2246563"/>
            <a:ext cx="25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Montserrat" pitchFamily="34" charset="0"/>
              </a:rPr>
              <a:t>D</a:t>
            </a:r>
          </a:p>
        </p:txBody>
      </p:sp>
      <p:sp>
        <p:nvSpPr>
          <p:cNvPr id="14" name="XLabel"/>
          <p:cNvSpPr/>
          <p:nvPr/>
        </p:nvSpPr>
        <p:spPr>
          <a:xfrm>
            <a:off x="8572500" y="5397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i="1" dirty="0">
                <a:solidFill>
                  <a:srgbClr val="555555"/>
                </a:solidFill>
                <a:latin typeface="Open Sans" pitchFamily="34" charset="0"/>
              </a:rPr>
              <a:t>x</a:t>
            </a:r>
          </a:p>
        </p:txBody>
      </p:sp>
      <p:sp>
        <p:nvSpPr>
          <p:cNvPr id="15" name="YLabel"/>
          <p:cNvSpPr/>
          <p:nvPr/>
        </p:nvSpPr>
        <p:spPr>
          <a:xfrm rot="-5400000">
            <a:off x="5778500" y="31750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i="1" dirty="0">
                <a:solidFill>
                  <a:srgbClr val="555555"/>
                </a:solidFill>
                <a:latin typeface="Open Sans" pitchFamily="34" charset="0"/>
              </a:rPr>
              <a:t>y</a:t>
            </a:r>
          </a:p>
        </p:txBody>
      </p:sp>
      <p:sp>
        <p:nvSpPr>
          <p:cNvPr id="16" name="LineLabel"/>
          <p:cNvSpPr/>
          <p:nvPr/>
        </p:nvSpPr>
        <p:spPr>
          <a:xfrm>
            <a:off x="10160000" y="1397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r>
              <a:rPr lang="en-US" sz="1100" i="1" dirty="0">
                <a:solidFill>
                  <a:srgbClr val="2E6B75"/>
                </a:solidFill>
                <a:latin typeface="Open Sans" pitchFamily="34" charset="0"/>
              </a:rPr>
              <a:t>best-fit line</a:t>
            </a:r>
          </a:p>
        </p:txBody>
      </p:sp>
      <p:sp>
        <p:nvSpPr>
          <p:cNvPr id="100" name="Q1Bg"/>
          <p:cNvSpPr/>
          <p:nvPr/>
        </p:nvSpPr>
        <p:spPr>
          <a:xfrm>
            <a:off x="381000" y="1016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 w="12700">
            <a:solidFill>
              <a:srgbClr val="2E6B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Q1Text"/>
          <p:cNvSpPr/>
          <p:nvPr/>
        </p:nvSpPr>
        <p:spPr>
          <a:xfrm>
            <a:off x="533400" y="1117600"/>
            <a:ext cx="4902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Points </a:t>
            </a:r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and </a:t>
            </a:r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are both above the best-fit line.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</a:rPr>
              <a:t>Which point has the larger residual?</a:t>
            </a:r>
          </a:p>
        </p:txBody>
      </p:sp>
      <p:sp>
        <p:nvSpPr>
          <p:cNvPr id="103" name="Q1OptA"/>
          <p:cNvSpPr/>
          <p:nvPr/>
        </p:nvSpPr>
        <p:spPr>
          <a:xfrm>
            <a:off x="381000" y="2438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A)  Point A</a:t>
            </a:r>
          </a:p>
        </p:txBody>
      </p:sp>
      <p:sp>
        <p:nvSpPr>
          <p:cNvPr id="104" name="Q1OptB"/>
          <p:cNvSpPr/>
          <p:nvPr/>
        </p:nvSpPr>
        <p:spPr>
          <a:xfrm>
            <a:off x="2286000" y="2438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Open Sans" pitchFamily="34" charset="0"/>
              </a:rPr>
              <a:t>B)  Point B</a:t>
            </a:r>
          </a:p>
        </p:txBody>
      </p:sp>
      <p:sp>
        <p:nvSpPr>
          <p:cNvPr id="110" name="Q2Bg"/>
          <p:cNvSpPr/>
          <p:nvPr/>
        </p:nvSpPr>
        <p:spPr>
          <a:xfrm>
            <a:off x="381000" y="330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1A52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Q2Text"/>
          <p:cNvSpPr/>
          <p:nvPr/>
        </p:nvSpPr>
        <p:spPr>
          <a:xfrm>
            <a:off x="533400" y="3403600"/>
            <a:ext cx="4902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Point </a:t>
            </a:r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C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is above the line.  Point </a:t>
            </a:r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D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</a:rPr>
              <a:t> is below the line.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</a:rPr>
              <a:t>Which point has a negative residual?</a:t>
            </a:r>
          </a:p>
        </p:txBody>
      </p:sp>
      <p:sp>
        <p:nvSpPr>
          <p:cNvPr id="113" name="Q2OptC"/>
          <p:cNvSpPr/>
          <p:nvPr/>
        </p:nvSpPr>
        <p:spPr>
          <a:xfrm>
            <a:off x="381000" y="4724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A)  Point C</a:t>
            </a:r>
          </a:p>
        </p:txBody>
      </p:sp>
      <p:sp>
        <p:nvSpPr>
          <p:cNvPr id="114" name="Q2OptD"/>
          <p:cNvSpPr/>
          <p:nvPr/>
        </p:nvSpPr>
        <p:spPr>
          <a:xfrm>
            <a:off x="2286000" y="4724400"/>
            <a:ext cx="1651000" cy="431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A5276"/>
                </a:solidFill>
                <a:latin typeface="Open Sans" pitchFamily="34" charset="0"/>
              </a:rPr>
              <a:t>B)  Point D</a:t>
            </a:r>
          </a:p>
        </p:txBody>
      </p:sp>
    </p:spTree>
    <p:extLst>
      <p:ext uri="{BB962C8B-B14F-4D97-AF65-F5344CB8AC3E}">
        <p14:creationId xmlns:p14="http://schemas.microsoft.com/office/powerpoint/2010/main" val="39612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2" grpId="0"/>
      <p:bldP spid="113" grpId="0" animBg="1"/>
      <p:bldP spid="1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4BB7-EA64-C109-FB3C-821E2CEA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F2C16BC1-E0DE-6748-2619-3244362B2A9B}"/>
              </a:ext>
            </a:extLst>
          </p:cNvPr>
          <p:cNvSpPr/>
          <p:nvPr/>
        </p:nvSpPr>
        <p:spPr>
          <a:xfrm>
            <a:off x="0" y="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ottomBar">
            <a:extLst>
              <a:ext uri="{FF2B5EF4-FFF2-40B4-BE49-F238E27FC236}">
                <a16:creationId xmlns:a16="http://schemas.microsoft.com/office/drawing/2014/main" id="{D7D6993A-A1A1-BE56-4044-8B7439ABCD65}"/>
              </a:ext>
            </a:extLst>
          </p:cNvPr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01C25D2-1C77-0488-0AE8-70FF72823EF6}"/>
              </a:ext>
            </a:extLst>
          </p:cNvPr>
          <p:cNvSpPr/>
          <p:nvPr/>
        </p:nvSpPr>
        <p:spPr>
          <a:xfrm>
            <a:off x="406400" y="279400"/>
            <a:ext cx="113411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Practice: Residual concepts</a:t>
            </a:r>
          </a:p>
        </p:txBody>
      </p:sp>
      <p:sp>
        <p:nvSpPr>
          <p:cNvPr id="100" name="Q3Bg">
            <a:extLst>
              <a:ext uri="{FF2B5EF4-FFF2-40B4-BE49-F238E27FC236}">
                <a16:creationId xmlns:a16="http://schemas.microsoft.com/office/drawing/2014/main" id="{D67B2DDA-1E12-AF4E-01DC-3049CA90144D}"/>
              </a:ext>
            </a:extLst>
          </p:cNvPr>
          <p:cNvSpPr/>
          <p:nvPr/>
        </p:nvSpPr>
        <p:spPr>
          <a:xfrm>
            <a:off x="550864" y="114300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ln w="12700">
            <a:solidFill>
              <a:srgbClr val="2E6B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Q3Text">
            <a:extLst>
              <a:ext uri="{FF2B5EF4-FFF2-40B4-BE49-F238E27FC236}">
                <a16:creationId xmlns:a16="http://schemas.microsoft.com/office/drawing/2014/main" id="{E0A6529E-4822-01DC-C4B4-A0F27A5978C9}"/>
              </a:ext>
            </a:extLst>
          </p:cNvPr>
          <p:cNvSpPr/>
          <p:nvPr/>
        </p:nvSpPr>
        <p:spPr>
          <a:xfrm>
            <a:off x="762000" y="1333500"/>
            <a:ext cx="4826000" cy="3222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</a:rPr>
              <a:t>Which of these would indicate a better fit for a regression line</a:t>
            </a:r>
          </a:p>
        </p:txBody>
      </p:sp>
      <p:sp>
        <p:nvSpPr>
          <p:cNvPr id="106" name="Q3Opt0">
            <a:extLst>
              <a:ext uri="{FF2B5EF4-FFF2-40B4-BE49-F238E27FC236}">
                <a16:creationId xmlns:a16="http://schemas.microsoft.com/office/drawing/2014/main" id="{F33410E2-7B75-63D9-333D-8F961D3691EB}"/>
              </a:ext>
            </a:extLst>
          </p:cNvPr>
          <p:cNvSpPr/>
          <p:nvPr/>
        </p:nvSpPr>
        <p:spPr>
          <a:xfrm>
            <a:off x="762000" y="1993900"/>
            <a:ext cx="2983705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555555"/>
                </a:solidFill>
                <a:latin typeface="Open Sans" pitchFamily="34" charset="0"/>
              </a:rPr>
              <a:t>A)  Larger residuals</a:t>
            </a:r>
          </a:p>
        </p:txBody>
      </p:sp>
      <p:sp>
        <p:nvSpPr>
          <p:cNvPr id="107" name="Q3Opt1">
            <a:extLst>
              <a:ext uri="{FF2B5EF4-FFF2-40B4-BE49-F238E27FC236}">
                <a16:creationId xmlns:a16="http://schemas.microsoft.com/office/drawing/2014/main" id="{E80FF8AF-45DB-5400-327B-3E8BE904A327}"/>
              </a:ext>
            </a:extLst>
          </p:cNvPr>
          <p:cNvSpPr/>
          <p:nvPr/>
        </p:nvSpPr>
        <p:spPr>
          <a:xfrm>
            <a:off x="762000" y="2476500"/>
            <a:ext cx="2983705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555555"/>
                </a:solidFill>
                <a:latin typeface="Open Sans" pitchFamily="34" charset="0"/>
              </a:rPr>
              <a:t>B)  Smaller residuals</a:t>
            </a:r>
          </a:p>
        </p:txBody>
      </p:sp>
    </p:spTree>
    <p:extLst>
      <p:ext uri="{BB962C8B-B14F-4D97-AF65-F5344CB8AC3E}">
        <p14:creationId xmlns:p14="http://schemas.microsoft.com/office/powerpoint/2010/main" val="2596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9FDE-7B8E-A6BC-13C9-70A380BE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D9A9C6-2BF4-4B41-59A9-EB9E1D80B0F1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9699C2-9599-BD0B-9E70-5AC62AD637EC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8ED1E2-813F-3A81-5816-643EF942CF3C}"/>
              </a:ext>
            </a:extLst>
          </p:cNvPr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9262B6-7214-C813-A6FC-23300631B044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6AE75C-2ACC-E2C4-7C3C-AB532284D4D0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4CD126-8903-9FE9-94A0-0C2C28B6CFF5}"/>
              </a:ext>
            </a:extLst>
          </p:cNvPr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 </a:t>
            </a:r>
            <a:r>
              <a:rPr lang="en-US" sz="2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743978-0DDA-A151-E7D5-9CFC848F087A}"/>
              </a:ext>
            </a:extLst>
          </p:cNvPr>
          <p:cNvSpPr/>
          <p:nvPr/>
        </p:nvSpPr>
        <p:spPr>
          <a:xfrm>
            <a:off x="1051560" y="1600200"/>
            <a:ext cx="6029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residual is the vertical distance from an observed point to the fitted line:  y − ŷ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9452AE-CD2E-1EDB-D893-B8085CF1CEDC}"/>
              </a:ext>
            </a:extLst>
          </p:cNvPr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F092410-863A-AF34-062F-C39AC0401E31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EEFEFB-1100-CA6B-1506-AD2B27022A1D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786883-0A83-FBC5-7EFB-195EF7E7C717}"/>
              </a:ext>
            </a:extLst>
          </p:cNvPr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85D4731-293E-0294-22B7-D83D17C8265F}"/>
              </a:ext>
            </a:extLst>
          </p:cNvPr>
          <p:cNvSpPr/>
          <p:nvPr/>
        </p:nvSpPr>
        <p:spPr>
          <a:xfrm>
            <a:off x="1009357" y="252163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Min, 1Q, Median, 3Q, Max of the residuals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C860F78-4532-7C8A-0001-E7EBA6534766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15DDB61-E12C-718A-2FDA-892C44CCDF53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A1B0ED-9CD3-5677-338E-174C17A7EC96}"/>
              </a:ext>
            </a:extLst>
          </p:cNvPr>
          <p:cNvSpPr/>
          <p:nvPr/>
        </p:nvSpPr>
        <p:spPr>
          <a:xfrm>
            <a:off x="1009356" y="3008614"/>
            <a:ext cx="54617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09FD4AC-4880-7118-FCA7-99F12D62276E}"/>
              </a:ext>
            </a:extLst>
          </p:cNvPr>
          <p:cNvSpPr/>
          <p:nvPr/>
        </p:nvSpPr>
        <p:spPr>
          <a:xfrm>
            <a:off x="1009356" y="3420094"/>
            <a:ext cx="696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Square residuals, average over (n − 2), take the square root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838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AF90-2AAC-DE6F-7FF8-25F3C762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94DA20-DDE9-F61A-19DC-64A1E51FE590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7CEE9D-96CD-283C-2673-5B38BF33DA0A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9FD1D82-62D2-2FA8-84ED-E7112DE6C457}"/>
              </a:ext>
            </a:extLst>
          </p:cNvPr>
          <p:cNvSpPr/>
          <p:nvPr/>
        </p:nvSpPr>
        <p:spPr>
          <a:xfrm>
            <a:off x="426567" y="134727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Standard Error  </a:t>
            </a:r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Standard error of the regression / Residual standard deviation</a:t>
            </a:r>
            <a:endParaRPr lang="en-US" sz="2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D020F8-1070-737F-08ED-387B6312F6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7" r="6079" b="579"/>
          <a:stretch>
            <a:fillRect/>
          </a:stretch>
        </p:blipFill>
        <p:spPr>
          <a:xfrm>
            <a:off x="1201464" y="1086482"/>
            <a:ext cx="6818072" cy="4685035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hape 20">
            <a:extLst>
              <a:ext uri="{FF2B5EF4-FFF2-40B4-BE49-F238E27FC236}">
                <a16:creationId xmlns:a16="http://schemas.microsoft.com/office/drawing/2014/main" id="{EBCF06B7-9162-05A6-E350-597602C3E418}"/>
              </a:ext>
            </a:extLst>
          </p:cNvPr>
          <p:cNvSpPr/>
          <p:nvPr/>
        </p:nvSpPr>
        <p:spPr>
          <a:xfrm>
            <a:off x="1208617" y="4755215"/>
            <a:ext cx="6650280" cy="455844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2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29D9-1730-644C-DA6C-46545186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11">
            <a:extLst>
              <a:ext uri="{FF2B5EF4-FFF2-40B4-BE49-F238E27FC236}">
                <a16:creationId xmlns:a16="http://schemas.microsoft.com/office/drawing/2014/main" id="{4590A452-AF7A-C544-AA92-0D5D76E9CDCF}"/>
              </a:ext>
            </a:extLst>
          </p:cNvPr>
          <p:cNvSpPr/>
          <p:nvPr/>
        </p:nvSpPr>
        <p:spPr>
          <a:xfrm>
            <a:off x="7528973" y="2743668"/>
            <a:ext cx="2074573" cy="4214012"/>
          </a:xfrm>
          <a:prstGeom prst="rect">
            <a:avLst/>
          </a:prstGeom>
          <a:solidFill>
            <a:srgbClr val="3F70CB">
              <a:alpha val="10980"/>
            </a:srgbClr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</a:t>
            </a:r>
          </a:p>
          <a:p>
            <a:pPr algn="ctr"/>
            <a:r>
              <a:rPr lang="en-US" sz="1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ERROR (MAE)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69" name="Text 11">
            <a:extLst>
              <a:ext uri="{FF2B5EF4-FFF2-40B4-BE49-F238E27FC236}">
                <a16:creationId xmlns:a16="http://schemas.microsoft.com/office/drawing/2014/main" id="{253803C6-2F7E-F5F0-3041-AADB98DDC07C}"/>
              </a:ext>
            </a:extLst>
          </p:cNvPr>
          <p:cNvSpPr/>
          <p:nvPr/>
        </p:nvSpPr>
        <p:spPr>
          <a:xfrm>
            <a:off x="9603546" y="2754837"/>
            <a:ext cx="2414000" cy="4202445"/>
          </a:xfrm>
          <a:prstGeom prst="rect">
            <a:avLst/>
          </a:prstGeom>
          <a:solidFill>
            <a:srgbClr val="E7AC10">
              <a:alpha val="14902"/>
            </a:srgbClr>
          </a:solidFill>
          <a:ln/>
        </p:spPr>
        <p:txBody>
          <a:bodyPr wrap="square" lIns="0" tIns="0" rIns="0" bIns="0" rtlCol="0" anchor="t"/>
          <a:lstStyle/>
          <a:p>
            <a:pPr algn="ctr"/>
            <a:endParaRPr lang="en-US" sz="1000" b="1" dirty="0">
              <a:solidFill>
                <a:schemeClr val="accent4">
                  <a:lumMod val="50000"/>
                </a:schemeClr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algn="ctr"/>
            <a:r>
              <a:rPr lang="en-US" sz="100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STD ERROR</a:t>
            </a:r>
            <a:endParaRPr lang="en-US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D6B33FC-A035-8D30-84EE-D0FFAEF90379}"/>
              </a:ext>
            </a:extLst>
          </p:cNvPr>
          <p:cNvSpPr/>
          <p:nvPr/>
        </p:nvSpPr>
        <p:spPr>
          <a:xfrm>
            <a:off x="0" y="-25052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4B45CA-6C57-6E41-2E44-284A915A3D83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59BB8D4-018B-6F61-B8CE-2BFDA857E43F}"/>
              </a:ext>
            </a:extLst>
          </p:cNvPr>
          <p:cNvSpPr/>
          <p:nvPr/>
        </p:nvSpPr>
        <p:spPr>
          <a:xfrm>
            <a:off x="426567" y="72097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Standard Error  </a:t>
            </a:r>
            <a:r>
              <a:rPr lang="en-US" sz="1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Standard error of the regression / Residual standard deviation</a:t>
            </a:r>
            <a:endParaRPr lang="en-US" sz="2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345732-576A-1E3F-F4A5-3C7566FDB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82" r="15438" b="13981"/>
          <a:stretch>
            <a:fillRect/>
          </a:stretch>
        </p:blipFill>
        <p:spPr>
          <a:xfrm>
            <a:off x="426567" y="747443"/>
            <a:ext cx="5177528" cy="318297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D8A8CF-6FCD-D977-23CB-8368DE09A140}"/>
              </a:ext>
            </a:extLst>
          </p:cNvPr>
          <p:cNvSpPr/>
          <p:nvPr/>
        </p:nvSpPr>
        <p:spPr>
          <a:xfrm>
            <a:off x="350893" y="1291063"/>
            <a:ext cx="4381588" cy="2660333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spAutoFit/>
          </a:bodyPr>
          <a:lstStyle/>
          <a:p>
            <a:r>
              <a:rPr lang="en-US" b="1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What is the residual standard error?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measure of the typical size of the residual</a:t>
            </a:r>
          </a:p>
          <a:p>
            <a:endParaRPr lang="en-US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Why does RSE matter?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Goodness of fit.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Higher RSE means worse fit.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 for inference.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errors, confidence intervals, and prediction intervals are built from RSE.</a:t>
            </a:r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9937A0E0-6071-CDE2-8512-0031DF0E9CAF}"/>
              </a:ext>
            </a:extLst>
          </p:cNvPr>
          <p:cNvGrpSpPr/>
          <p:nvPr/>
        </p:nvGrpSpPr>
        <p:grpSpPr>
          <a:xfrm>
            <a:off x="4769830" y="3047260"/>
            <a:ext cx="7247716" cy="2486144"/>
            <a:chOff x="4769830" y="3047260"/>
            <a:chExt cx="7247716" cy="2486144"/>
          </a:xfrm>
        </p:grpSpPr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6AFAF0EB-EC20-DA01-6FB3-8670CBBA6F65}"/>
                </a:ext>
              </a:extLst>
            </p:cNvPr>
            <p:cNvSpPr/>
            <p:nvPr/>
          </p:nvSpPr>
          <p:spPr>
            <a:xfrm>
              <a:off x="4769830" y="3047260"/>
              <a:ext cx="7247716" cy="279931"/>
            </a:xfrm>
            <a:prstGeom prst="rect">
              <a:avLst/>
            </a:prstGeom>
            <a:solidFill>
              <a:srgbClr val="2E6B75"/>
            </a:solidFill>
            <a:ln/>
          </p:spPr>
          <p:txBody>
            <a:bodyPr/>
            <a:lstStyle/>
            <a:p>
              <a:pPr algn="ctr"/>
              <a:endParaRPr lang="en-US" sz="1400" dirty="0"/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49401610-83D1-B1AD-2E26-8AFB9475D4C8}"/>
                </a:ext>
              </a:extLst>
            </p:cNvPr>
            <p:cNvSpPr/>
            <p:nvPr/>
          </p:nvSpPr>
          <p:spPr>
            <a:xfrm>
              <a:off x="4851071" y="3047260"/>
              <a:ext cx="500273" cy="27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weeks</a:t>
              </a:r>
              <a:endParaRPr lang="en-US" sz="1050" dirty="0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35F9B985-5234-9E4E-576F-5207FBBFB514}"/>
                </a:ext>
              </a:extLst>
            </p:cNvPr>
            <p:cNvSpPr/>
            <p:nvPr/>
          </p:nvSpPr>
          <p:spPr>
            <a:xfrm>
              <a:off x="5351343" y="3047260"/>
              <a:ext cx="575315" cy="27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weight</a:t>
              </a:r>
              <a:endParaRPr lang="en-US" sz="1050" dirty="0"/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A7E5283F-DFFD-7E26-0B25-7341121CF7EA}"/>
                </a:ext>
              </a:extLst>
            </p:cNvPr>
            <p:cNvSpPr/>
            <p:nvPr/>
          </p:nvSpPr>
          <p:spPr>
            <a:xfrm>
              <a:off x="6028621" y="3054001"/>
              <a:ext cx="550300" cy="27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ŷ</a:t>
              </a:r>
              <a:endParaRPr lang="en-US" sz="1050" dirty="0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7E980648-BD73-21FA-31CF-CC7A183AA4D5}"/>
                </a:ext>
              </a:extLst>
            </p:cNvPr>
            <p:cNvSpPr/>
            <p:nvPr/>
          </p:nvSpPr>
          <p:spPr>
            <a:xfrm>
              <a:off x="6632823" y="3047260"/>
              <a:ext cx="725396" cy="27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</a:t>
              </a:r>
              <a:endParaRPr lang="en-US" sz="1050" dirty="0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19B516F4-BF58-E937-AECA-724B1F4001FD}"/>
                </a:ext>
              </a:extLst>
            </p:cNvPr>
            <p:cNvSpPr/>
            <p:nvPr/>
          </p:nvSpPr>
          <p:spPr>
            <a:xfrm>
              <a:off x="4872957" y="3327191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D7D65D80-EDC3-32D8-9515-82AFD83FC96D}"/>
                </a:ext>
              </a:extLst>
            </p:cNvPr>
            <p:cNvSpPr/>
            <p:nvPr/>
          </p:nvSpPr>
          <p:spPr>
            <a:xfrm>
              <a:off x="5373231" y="3327191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1.06</a:t>
              </a:r>
              <a:endParaRPr lang="en-US" sz="14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AC4C0F43-0FE9-5ADD-BD00-BAC83308290A}"/>
                </a:ext>
              </a:extLst>
            </p:cNvPr>
            <p:cNvSpPr/>
            <p:nvPr/>
          </p:nvSpPr>
          <p:spPr>
            <a:xfrm>
              <a:off x="5948545" y="3327191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29" name="Text 21">
              <a:extLst>
                <a:ext uri="{FF2B5EF4-FFF2-40B4-BE49-F238E27FC236}">
                  <a16:creationId xmlns:a16="http://schemas.microsoft.com/office/drawing/2014/main" id="{B6665AC0-8EB5-7B44-6CCE-CCAD4394BBDE}"/>
                </a:ext>
              </a:extLst>
            </p:cNvPr>
            <p:cNvSpPr/>
            <p:nvPr/>
          </p:nvSpPr>
          <p:spPr>
            <a:xfrm>
              <a:off x="6654711" y="3327191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-0.53</a:t>
              </a:r>
              <a:endParaRPr lang="en-US" sz="1400" dirty="0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F654A21D-38BB-6BC9-FEDA-A179E872059F}"/>
                </a:ext>
              </a:extLst>
            </p:cNvPr>
            <p:cNvSpPr/>
            <p:nvPr/>
          </p:nvSpPr>
          <p:spPr>
            <a:xfrm>
              <a:off x="4872957" y="4438587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32</a:t>
              </a:r>
              <a:endParaRPr lang="en-US" sz="1400" dirty="0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F765DBC7-4767-FF83-C481-BB2AD4A1F148}"/>
                </a:ext>
              </a:extLst>
            </p:cNvPr>
            <p:cNvSpPr/>
            <p:nvPr/>
          </p:nvSpPr>
          <p:spPr>
            <a:xfrm>
              <a:off x="5373231" y="4438587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1.65</a:t>
              </a:r>
              <a:endParaRPr lang="en-US" sz="140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CAB5E86A-0726-E919-F984-8950B738EA50}"/>
                </a:ext>
              </a:extLst>
            </p:cNvPr>
            <p:cNvSpPr/>
            <p:nvPr/>
          </p:nvSpPr>
          <p:spPr>
            <a:xfrm>
              <a:off x="5948545" y="4438587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1.58</a:t>
              </a:r>
              <a:endParaRPr lang="en-US" sz="1400" dirty="0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4E55AEA7-4746-C72D-8C41-3745F964C9A4}"/>
                </a:ext>
              </a:extLst>
            </p:cNvPr>
            <p:cNvSpPr/>
            <p:nvPr/>
          </p:nvSpPr>
          <p:spPr>
            <a:xfrm>
              <a:off x="6654711" y="4438587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77E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+0.07</a:t>
              </a:r>
              <a:endParaRPr lang="en-US" sz="1400" dirty="0">
                <a:solidFill>
                  <a:srgbClr val="377EB8"/>
                </a:solidFill>
              </a:endParaRPr>
            </a:p>
          </p:txBody>
        </p:sp>
        <p:sp>
          <p:nvSpPr>
            <p:cNvPr id="142" name="Text 31">
              <a:extLst>
                <a:ext uri="{FF2B5EF4-FFF2-40B4-BE49-F238E27FC236}">
                  <a16:creationId xmlns:a16="http://schemas.microsoft.com/office/drawing/2014/main" id="{41FD9151-974C-085F-F61D-A7BB4403C170}"/>
                </a:ext>
              </a:extLst>
            </p:cNvPr>
            <p:cNvSpPr/>
            <p:nvPr/>
          </p:nvSpPr>
          <p:spPr>
            <a:xfrm>
              <a:off x="4872957" y="4716436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33</a:t>
              </a:r>
              <a:endParaRPr lang="en-US" sz="1400" dirty="0"/>
            </a:p>
          </p:txBody>
        </p:sp>
        <p:sp>
          <p:nvSpPr>
            <p:cNvPr id="143" name="Text 32">
              <a:extLst>
                <a:ext uri="{FF2B5EF4-FFF2-40B4-BE49-F238E27FC236}">
                  <a16:creationId xmlns:a16="http://schemas.microsoft.com/office/drawing/2014/main" id="{75D73078-E2F6-F797-B198-87906C6CE51F}"/>
                </a:ext>
              </a:extLst>
            </p:cNvPr>
            <p:cNvSpPr/>
            <p:nvPr/>
          </p:nvSpPr>
          <p:spPr>
            <a:xfrm>
              <a:off x="5373231" y="4716436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2.18</a:t>
              </a:r>
              <a:endParaRPr lang="en-US" sz="1400" dirty="0"/>
            </a:p>
          </p:txBody>
        </p:sp>
        <p:sp>
          <p:nvSpPr>
            <p:cNvPr id="144" name="Text 33">
              <a:extLst>
                <a:ext uri="{FF2B5EF4-FFF2-40B4-BE49-F238E27FC236}">
                  <a16:creationId xmlns:a16="http://schemas.microsoft.com/office/drawing/2014/main" id="{DD9E4F86-27BD-8093-EFB8-2A4FEB1DB20A}"/>
                </a:ext>
              </a:extLst>
            </p:cNvPr>
            <p:cNvSpPr/>
            <p:nvPr/>
          </p:nvSpPr>
          <p:spPr>
            <a:xfrm>
              <a:off x="5948545" y="4716436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1.97</a:t>
              </a:r>
              <a:endParaRPr lang="en-US" sz="1400" dirty="0"/>
            </a:p>
          </p:txBody>
        </p:sp>
        <p:sp>
          <p:nvSpPr>
            <p:cNvPr id="145" name="Text 34">
              <a:extLst>
                <a:ext uri="{FF2B5EF4-FFF2-40B4-BE49-F238E27FC236}">
                  <a16:creationId xmlns:a16="http://schemas.microsoft.com/office/drawing/2014/main" id="{F6A54E3B-47F8-66DE-BD03-AA141176B08A}"/>
                </a:ext>
              </a:extLst>
            </p:cNvPr>
            <p:cNvSpPr/>
            <p:nvPr/>
          </p:nvSpPr>
          <p:spPr>
            <a:xfrm>
              <a:off x="6654711" y="4716436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+0.21</a:t>
              </a:r>
              <a:endParaRPr lang="en-US" sz="1400" dirty="0"/>
            </a:p>
          </p:txBody>
        </p:sp>
        <p:sp>
          <p:nvSpPr>
            <p:cNvPr id="149" name="Text 37">
              <a:extLst>
                <a:ext uri="{FF2B5EF4-FFF2-40B4-BE49-F238E27FC236}">
                  <a16:creationId xmlns:a16="http://schemas.microsoft.com/office/drawing/2014/main" id="{5E31FADB-11E8-7F59-1164-67EA42379A35}"/>
                </a:ext>
              </a:extLst>
            </p:cNvPr>
            <p:cNvSpPr/>
            <p:nvPr/>
          </p:nvSpPr>
          <p:spPr>
            <a:xfrm>
              <a:off x="4872957" y="5272135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34</a:t>
              </a:r>
              <a:endParaRPr lang="en-US" sz="1400" dirty="0"/>
            </a:p>
          </p:txBody>
        </p:sp>
        <p:sp>
          <p:nvSpPr>
            <p:cNvPr id="150" name="Text 38">
              <a:extLst>
                <a:ext uri="{FF2B5EF4-FFF2-40B4-BE49-F238E27FC236}">
                  <a16:creationId xmlns:a16="http://schemas.microsoft.com/office/drawing/2014/main" id="{0F793ECA-BE39-FC6D-138E-8E57559D87CB}"/>
                </a:ext>
              </a:extLst>
            </p:cNvPr>
            <p:cNvSpPr/>
            <p:nvPr/>
          </p:nvSpPr>
          <p:spPr>
            <a:xfrm>
              <a:off x="5373231" y="5272135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3.06</a:t>
              </a:r>
              <a:endParaRPr lang="en-US" sz="1400" dirty="0"/>
            </a:p>
          </p:txBody>
        </p:sp>
        <p:sp>
          <p:nvSpPr>
            <p:cNvPr id="151" name="Text 39">
              <a:extLst>
                <a:ext uri="{FF2B5EF4-FFF2-40B4-BE49-F238E27FC236}">
                  <a16:creationId xmlns:a16="http://schemas.microsoft.com/office/drawing/2014/main" id="{D7FFED1A-E36F-D417-7501-D4F2D3018B80}"/>
                </a:ext>
              </a:extLst>
            </p:cNvPr>
            <p:cNvSpPr/>
            <p:nvPr/>
          </p:nvSpPr>
          <p:spPr>
            <a:xfrm>
              <a:off x="5948545" y="5272135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2.36</a:t>
              </a:r>
              <a:endParaRPr lang="en-US" sz="1400" dirty="0"/>
            </a:p>
          </p:txBody>
        </p:sp>
        <p:sp>
          <p:nvSpPr>
            <p:cNvPr id="152" name="Text 40">
              <a:extLst>
                <a:ext uri="{FF2B5EF4-FFF2-40B4-BE49-F238E27FC236}">
                  <a16:creationId xmlns:a16="http://schemas.microsoft.com/office/drawing/2014/main" id="{1216A4D0-0287-F602-30E3-430CBA20AC78}"/>
                </a:ext>
              </a:extLst>
            </p:cNvPr>
            <p:cNvSpPr/>
            <p:nvPr/>
          </p:nvSpPr>
          <p:spPr>
            <a:xfrm>
              <a:off x="6654711" y="5272135"/>
              <a:ext cx="725396" cy="2612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  <p:sp>
          <p:nvSpPr>
            <p:cNvPr id="156" name="Text 44">
              <a:extLst>
                <a:ext uri="{FF2B5EF4-FFF2-40B4-BE49-F238E27FC236}">
                  <a16:creationId xmlns:a16="http://schemas.microsoft.com/office/drawing/2014/main" id="{05725654-36A5-02BA-2884-25D0FE5A8493}"/>
                </a:ext>
              </a:extLst>
            </p:cNvPr>
            <p:cNvSpPr/>
            <p:nvPr/>
          </p:nvSpPr>
          <p:spPr>
            <a:xfrm>
              <a:off x="4872957" y="4160738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35</a:t>
              </a:r>
              <a:endParaRPr lang="en-US" sz="1400" dirty="0"/>
            </a:p>
          </p:txBody>
        </p:sp>
        <p:sp>
          <p:nvSpPr>
            <p:cNvPr id="157" name="Text 45">
              <a:extLst>
                <a:ext uri="{FF2B5EF4-FFF2-40B4-BE49-F238E27FC236}">
                  <a16:creationId xmlns:a16="http://schemas.microsoft.com/office/drawing/2014/main" id="{ED34A42B-0EE2-8085-6A71-36962419745C}"/>
                </a:ext>
              </a:extLst>
            </p:cNvPr>
            <p:cNvSpPr/>
            <p:nvPr/>
          </p:nvSpPr>
          <p:spPr>
            <a:xfrm>
              <a:off x="5373231" y="4160738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2.53</a:t>
              </a:r>
              <a:endParaRPr lang="en-US" sz="1400" dirty="0"/>
            </a:p>
          </p:txBody>
        </p:sp>
        <p:sp>
          <p:nvSpPr>
            <p:cNvPr id="158" name="Text 46">
              <a:extLst>
                <a:ext uri="{FF2B5EF4-FFF2-40B4-BE49-F238E27FC236}">
                  <a16:creationId xmlns:a16="http://schemas.microsoft.com/office/drawing/2014/main" id="{A8BC6B83-4DA4-AC32-9B64-DCD25602C2D5}"/>
                </a:ext>
              </a:extLst>
            </p:cNvPr>
            <p:cNvSpPr/>
            <p:nvPr/>
          </p:nvSpPr>
          <p:spPr>
            <a:xfrm>
              <a:off x="5948545" y="4160738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2.74</a:t>
              </a:r>
              <a:endParaRPr lang="en-US" sz="1400" dirty="0"/>
            </a:p>
          </p:txBody>
        </p:sp>
        <p:sp>
          <p:nvSpPr>
            <p:cNvPr id="159" name="Text 47">
              <a:extLst>
                <a:ext uri="{FF2B5EF4-FFF2-40B4-BE49-F238E27FC236}">
                  <a16:creationId xmlns:a16="http://schemas.microsoft.com/office/drawing/2014/main" id="{B08751F4-74F6-469A-06B6-76F1C1FD82CA}"/>
                </a:ext>
              </a:extLst>
            </p:cNvPr>
            <p:cNvSpPr/>
            <p:nvPr/>
          </p:nvSpPr>
          <p:spPr>
            <a:xfrm>
              <a:off x="6654711" y="4160738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-0.21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  <p:sp>
          <p:nvSpPr>
            <p:cNvPr id="163" name="Text 50">
              <a:extLst>
                <a:ext uri="{FF2B5EF4-FFF2-40B4-BE49-F238E27FC236}">
                  <a16:creationId xmlns:a16="http://schemas.microsoft.com/office/drawing/2014/main" id="{7FC62E49-7762-97F4-CFC7-43842C53BC91}"/>
                </a:ext>
              </a:extLst>
            </p:cNvPr>
            <p:cNvSpPr/>
            <p:nvPr/>
          </p:nvSpPr>
          <p:spPr>
            <a:xfrm>
              <a:off x="4872957" y="3605040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64" name="Text 51">
              <a:extLst>
                <a:ext uri="{FF2B5EF4-FFF2-40B4-BE49-F238E27FC236}">
                  <a16:creationId xmlns:a16="http://schemas.microsoft.com/office/drawing/2014/main" id="{3768F939-DBD8-8610-A7F1-672FA2033D32}"/>
                </a:ext>
              </a:extLst>
            </p:cNvPr>
            <p:cNvSpPr/>
            <p:nvPr/>
          </p:nvSpPr>
          <p:spPr>
            <a:xfrm>
              <a:off x="5373231" y="3605040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2.64</a:t>
              </a:r>
              <a:endParaRPr lang="en-US" sz="1400" dirty="0"/>
            </a:p>
          </p:txBody>
        </p:sp>
        <p:sp>
          <p:nvSpPr>
            <p:cNvPr id="165" name="Text 52">
              <a:extLst>
                <a:ext uri="{FF2B5EF4-FFF2-40B4-BE49-F238E27FC236}">
                  <a16:creationId xmlns:a16="http://schemas.microsoft.com/office/drawing/2014/main" id="{3392D853-442F-2841-1EC1-6FB5400E309D}"/>
                </a:ext>
              </a:extLst>
            </p:cNvPr>
            <p:cNvSpPr/>
            <p:nvPr/>
          </p:nvSpPr>
          <p:spPr>
            <a:xfrm>
              <a:off x="5948545" y="3605040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66" name="Text 53">
              <a:extLst>
                <a:ext uri="{FF2B5EF4-FFF2-40B4-BE49-F238E27FC236}">
                  <a16:creationId xmlns:a16="http://schemas.microsoft.com/office/drawing/2014/main" id="{065C8849-CFD2-65FA-5C41-B9DFA6D3DFEA}"/>
                </a:ext>
              </a:extLst>
            </p:cNvPr>
            <p:cNvSpPr/>
            <p:nvPr/>
          </p:nvSpPr>
          <p:spPr>
            <a:xfrm>
              <a:off x="6654711" y="3605040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-0.49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  <p:sp>
          <p:nvSpPr>
            <p:cNvPr id="170" name="Text 57">
              <a:extLst>
                <a:ext uri="{FF2B5EF4-FFF2-40B4-BE49-F238E27FC236}">
                  <a16:creationId xmlns:a16="http://schemas.microsoft.com/office/drawing/2014/main" id="{D3D000F2-5151-B6EC-A4D7-FE476D927C0C}"/>
                </a:ext>
              </a:extLst>
            </p:cNvPr>
            <p:cNvSpPr/>
            <p:nvPr/>
          </p:nvSpPr>
          <p:spPr>
            <a:xfrm>
              <a:off x="4872957" y="3882889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71" name="Text 58">
              <a:extLst>
                <a:ext uri="{FF2B5EF4-FFF2-40B4-BE49-F238E27FC236}">
                  <a16:creationId xmlns:a16="http://schemas.microsoft.com/office/drawing/2014/main" id="{3846E962-D776-32A8-932C-C52FA4916652}"/>
                </a:ext>
              </a:extLst>
            </p:cNvPr>
            <p:cNvSpPr/>
            <p:nvPr/>
          </p:nvSpPr>
          <p:spPr>
            <a:xfrm>
              <a:off x="5373231" y="3882889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2.67</a:t>
              </a:r>
              <a:endParaRPr lang="en-US" sz="1400" dirty="0"/>
            </a:p>
          </p:txBody>
        </p:sp>
        <p:sp>
          <p:nvSpPr>
            <p:cNvPr id="172" name="Text 59">
              <a:extLst>
                <a:ext uri="{FF2B5EF4-FFF2-40B4-BE49-F238E27FC236}">
                  <a16:creationId xmlns:a16="http://schemas.microsoft.com/office/drawing/2014/main" id="{9F53C7D2-FF73-F4C4-D555-6B289BEA41BF}"/>
                </a:ext>
              </a:extLst>
            </p:cNvPr>
            <p:cNvSpPr/>
            <p:nvPr/>
          </p:nvSpPr>
          <p:spPr>
            <a:xfrm>
              <a:off x="5948545" y="3882889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73" name="Text 60">
              <a:extLst>
                <a:ext uri="{FF2B5EF4-FFF2-40B4-BE49-F238E27FC236}">
                  <a16:creationId xmlns:a16="http://schemas.microsoft.com/office/drawing/2014/main" id="{D32EB027-429D-0609-561A-2B2DDE934ABA}"/>
                </a:ext>
              </a:extLst>
            </p:cNvPr>
            <p:cNvSpPr/>
            <p:nvPr/>
          </p:nvSpPr>
          <p:spPr>
            <a:xfrm>
              <a:off x="6654711" y="3882889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-0.46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  <p:sp>
          <p:nvSpPr>
            <p:cNvPr id="177" name="Text 63">
              <a:extLst>
                <a:ext uri="{FF2B5EF4-FFF2-40B4-BE49-F238E27FC236}">
                  <a16:creationId xmlns:a16="http://schemas.microsoft.com/office/drawing/2014/main" id="{AC3439ED-5619-9DAC-6447-8F1B4C2A2F0F}"/>
                </a:ext>
              </a:extLst>
            </p:cNvPr>
            <p:cNvSpPr/>
            <p:nvPr/>
          </p:nvSpPr>
          <p:spPr>
            <a:xfrm>
              <a:off x="4872957" y="4994285"/>
              <a:ext cx="500273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36</a:t>
              </a:r>
              <a:endParaRPr lang="en-US" sz="1400" dirty="0"/>
            </a:p>
          </p:txBody>
        </p:sp>
        <p:sp>
          <p:nvSpPr>
            <p:cNvPr id="178" name="Text 64">
              <a:extLst>
                <a:ext uri="{FF2B5EF4-FFF2-40B4-BE49-F238E27FC236}">
                  <a16:creationId xmlns:a16="http://schemas.microsoft.com/office/drawing/2014/main" id="{F146D187-CA76-AB8A-D22E-2BE3017FBAF2}"/>
                </a:ext>
              </a:extLst>
            </p:cNvPr>
            <p:cNvSpPr/>
            <p:nvPr/>
          </p:nvSpPr>
          <p:spPr>
            <a:xfrm>
              <a:off x="5373231" y="4994285"/>
              <a:ext cx="575314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3.83</a:t>
              </a:r>
              <a:endParaRPr lang="en-US" sz="1400" dirty="0"/>
            </a:p>
          </p:txBody>
        </p:sp>
        <p:sp>
          <p:nvSpPr>
            <p:cNvPr id="179" name="Text 65">
              <a:extLst>
                <a:ext uri="{FF2B5EF4-FFF2-40B4-BE49-F238E27FC236}">
                  <a16:creationId xmlns:a16="http://schemas.microsoft.com/office/drawing/2014/main" id="{0E2AD537-2A9E-2D56-70CD-0D784768D3BC}"/>
                </a:ext>
              </a:extLst>
            </p:cNvPr>
            <p:cNvSpPr/>
            <p:nvPr/>
          </p:nvSpPr>
          <p:spPr>
            <a:xfrm>
              <a:off x="5948545" y="4994285"/>
              <a:ext cx="550301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E36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3.13</a:t>
              </a:r>
              <a:endParaRPr lang="en-US" sz="1400" dirty="0"/>
            </a:p>
          </p:txBody>
        </p:sp>
        <p:sp>
          <p:nvSpPr>
            <p:cNvPr id="180" name="Text 66">
              <a:extLst>
                <a:ext uri="{FF2B5EF4-FFF2-40B4-BE49-F238E27FC236}">
                  <a16:creationId xmlns:a16="http://schemas.microsoft.com/office/drawing/2014/main" id="{5F7414F4-76D1-673A-E754-4FA3199C6570}"/>
                </a:ext>
              </a:extLst>
            </p:cNvPr>
            <p:cNvSpPr/>
            <p:nvPr/>
          </p:nvSpPr>
          <p:spPr>
            <a:xfrm>
              <a:off x="6654711" y="4994285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+0.70</a:t>
              </a:r>
              <a:endParaRPr lang="en-US" sz="1400" dirty="0"/>
            </a:p>
          </p:txBody>
        </p:sp>
      </p:grpSp>
      <p:sp>
        <p:nvSpPr>
          <p:cNvPr id="189" name="Text 11">
            <a:extLst>
              <a:ext uri="{FF2B5EF4-FFF2-40B4-BE49-F238E27FC236}">
                <a16:creationId xmlns:a16="http://schemas.microsoft.com/office/drawing/2014/main" id="{5C5109DD-138B-C14C-70F6-0A6D5B430E5E}"/>
              </a:ext>
            </a:extLst>
          </p:cNvPr>
          <p:cNvSpPr/>
          <p:nvPr/>
        </p:nvSpPr>
        <p:spPr>
          <a:xfrm>
            <a:off x="6150288" y="5574741"/>
            <a:ext cx="464125" cy="279931"/>
          </a:xfrm>
          <a:prstGeom prst="rect">
            <a:avLst/>
          </a:prstGeom>
          <a:solidFill>
            <a:srgbClr val="2D6B7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SUM:</a:t>
            </a:r>
            <a:endParaRPr lang="en-US" sz="1000" dirty="0"/>
          </a:p>
        </p:txBody>
      </p:sp>
      <p:sp>
        <p:nvSpPr>
          <p:cNvPr id="190" name="Text 40">
            <a:extLst>
              <a:ext uri="{FF2B5EF4-FFF2-40B4-BE49-F238E27FC236}">
                <a16:creationId xmlns:a16="http://schemas.microsoft.com/office/drawing/2014/main" id="{0C068C24-982F-4636-A895-29B310A3485E}"/>
              </a:ext>
            </a:extLst>
          </p:cNvPr>
          <p:cNvSpPr/>
          <p:nvPr/>
        </p:nvSpPr>
        <p:spPr>
          <a:xfrm>
            <a:off x="6654711" y="5572287"/>
            <a:ext cx="725396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B74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0 kg</a:t>
            </a:r>
            <a:endParaRPr lang="en-US" sz="1300" dirty="0">
              <a:solidFill>
                <a:srgbClr val="2D6B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Text 11">
            <a:extLst>
              <a:ext uri="{FF2B5EF4-FFF2-40B4-BE49-F238E27FC236}">
                <a16:creationId xmlns:a16="http://schemas.microsoft.com/office/drawing/2014/main" id="{BF840663-D3CE-A3E3-1958-457608108ED3}"/>
              </a:ext>
            </a:extLst>
          </p:cNvPr>
          <p:cNvSpPr/>
          <p:nvPr/>
        </p:nvSpPr>
        <p:spPr>
          <a:xfrm>
            <a:off x="5839819" y="5936100"/>
            <a:ext cx="782614" cy="261269"/>
          </a:xfrm>
          <a:prstGeom prst="rect">
            <a:avLst/>
          </a:prstGeom>
          <a:solidFill>
            <a:srgbClr val="2D6B7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</a:t>
            </a:r>
            <a:endParaRPr lang="en-US" sz="1000" dirty="0"/>
          </a:p>
        </p:txBody>
      </p:sp>
      <p:sp>
        <p:nvSpPr>
          <p:cNvPr id="192" name="Text 40">
            <a:extLst>
              <a:ext uri="{FF2B5EF4-FFF2-40B4-BE49-F238E27FC236}">
                <a16:creationId xmlns:a16="http://schemas.microsoft.com/office/drawing/2014/main" id="{ED5C9F2B-2C8F-26D7-B6FD-B5F77FA37B44}"/>
              </a:ext>
            </a:extLst>
          </p:cNvPr>
          <p:cNvSpPr/>
          <p:nvPr/>
        </p:nvSpPr>
        <p:spPr>
          <a:xfrm>
            <a:off x="6666236" y="5927277"/>
            <a:ext cx="725396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B74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0/8=0kg</a:t>
            </a:r>
            <a:endParaRPr lang="en-US" sz="1300" dirty="0">
              <a:solidFill>
                <a:srgbClr val="2D6B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3FCF57A5-13DE-14E7-3B0B-B9C42EC5CEC0}"/>
              </a:ext>
            </a:extLst>
          </p:cNvPr>
          <p:cNvGrpSpPr/>
          <p:nvPr/>
        </p:nvGrpSpPr>
        <p:grpSpPr>
          <a:xfrm>
            <a:off x="10455968" y="3060540"/>
            <a:ext cx="747284" cy="2486144"/>
            <a:chOff x="10455968" y="3060540"/>
            <a:chExt cx="747284" cy="2486144"/>
          </a:xfrm>
        </p:grpSpPr>
        <p:sp>
          <p:nvSpPr>
            <p:cNvPr id="210" name="Text 14">
              <a:extLst>
                <a:ext uri="{FF2B5EF4-FFF2-40B4-BE49-F238E27FC236}">
                  <a16:creationId xmlns:a16="http://schemas.microsoft.com/office/drawing/2014/main" id="{B391357D-0A9B-AE0A-71DA-711F60B567DA}"/>
                </a:ext>
              </a:extLst>
            </p:cNvPr>
            <p:cNvSpPr/>
            <p:nvPr/>
          </p:nvSpPr>
          <p:spPr>
            <a:xfrm>
              <a:off x="10455968" y="3060540"/>
              <a:ext cx="725396" cy="27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residual²</a:t>
              </a:r>
              <a:endParaRPr lang="en-US" sz="1050" dirty="0"/>
            </a:p>
          </p:txBody>
        </p:sp>
        <p:sp>
          <p:nvSpPr>
            <p:cNvPr id="223" name="Text 21">
              <a:extLst>
                <a:ext uri="{FF2B5EF4-FFF2-40B4-BE49-F238E27FC236}">
                  <a16:creationId xmlns:a16="http://schemas.microsoft.com/office/drawing/2014/main" id="{8EE2A859-688E-A4F6-21C6-659E1DBBA54E}"/>
                </a:ext>
              </a:extLst>
            </p:cNvPr>
            <p:cNvSpPr/>
            <p:nvPr/>
          </p:nvSpPr>
          <p:spPr>
            <a:xfrm>
              <a:off x="10477856" y="3340471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CC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0.2809</a:t>
              </a:r>
              <a:endParaRPr lang="en-US" sz="1400" dirty="0"/>
            </a:p>
          </p:txBody>
        </p:sp>
        <p:sp>
          <p:nvSpPr>
            <p:cNvPr id="224" name="Text 27">
              <a:extLst>
                <a:ext uri="{FF2B5EF4-FFF2-40B4-BE49-F238E27FC236}">
                  <a16:creationId xmlns:a16="http://schemas.microsoft.com/office/drawing/2014/main" id="{398B6128-2E9A-8A79-B555-901E1F839171}"/>
                </a:ext>
              </a:extLst>
            </p:cNvPr>
            <p:cNvSpPr/>
            <p:nvPr/>
          </p:nvSpPr>
          <p:spPr>
            <a:xfrm>
              <a:off x="10477856" y="4451867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367AB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0.0049</a:t>
              </a:r>
              <a:endParaRPr lang="en-US" sz="1400" dirty="0">
                <a:solidFill>
                  <a:srgbClr val="367AB2"/>
                </a:solidFill>
              </a:endParaRPr>
            </a:p>
          </p:txBody>
        </p:sp>
        <p:sp>
          <p:nvSpPr>
            <p:cNvPr id="225" name="Text 34">
              <a:extLst>
                <a:ext uri="{FF2B5EF4-FFF2-40B4-BE49-F238E27FC236}">
                  <a16:creationId xmlns:a16="http://schemas.microsoft.com/office/drawing/2014/main" id="{5EBE4B0C-9E97-2544-0E51-14FE2C06731A}"/>
                </a:ext>
              </a:extLst>
            </p:cNvPr>
            <p:cNvSpPr/>
            <p:nvPr/>
          </p:nvSpPr>
          <p:spPr>
            <a:xfrm>
              <a:off x="10477856" y="4729716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2E7D3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0.0441</a:t>
              </a:r>
              <a:endParaRPr lang="en-US" sz="1400" dirty="0"/>
            </a:p>
          </p:txBody>
        </p:sp>
        <p:sp>
          <p:nvSpPr>
            <p:cNvPr id="226" name="Text 40">
              <a:extLst>
                <a:ext uri="{FF2B5EF4-FFF2-40B4-BE49-F238E27FC236}">
                  <a16:creationId xmlns:a16="http://schemas.microsoft.com/office/drawing/2014/main" id="{BD4A9116-0A29-3756-E5A1-E6F6D02E4865}"/>
                </a:ext>
              </a:extLst>
            </p:cNvPr>
            <p:cNvSpPr/>
            <p:nvPr/>
          </p:nvSpPr>
          <p:spPr>
            <a:xfrm>
              <a:off x="10477856" y="5285415"/>
              <a:ext cx="725396" cy="2612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89469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0.5041</a:t>
              </a:r>
              <a:endParaRPr lang="en-US" sz="1400" dirty="0">
                <a:solidFill>
                  <a:srgbClr val="894693"/>
                </a:solidFill>
              </a:endParaRPr>
            </a:p>
          </p:txBody>
        </p:sp>
        <p:sp>
          <p:nvSpPr>
            <p:cNvPr id="227" name="Text 47">
              <a:extLst>
                <a:ext uri="{FF2B5EF4-FFF2-40B4-BE49-F238E27FC236}">
                  <a16:creationId xmlns:a16="http://schemas.microsoft.com/office/drawing/2014/main" id="{E39218F3-84DA-A9B5-9600-9FEB49398C88}"/>
                </a:ext>
              </a:extLst>
            </p:cNvPr>
            <p:cNvSpPr/>
            <p:nvPr/>
          </p:nvSpPr>
          <p:spPr>
            <a:xfrm>
              <a:off x="10477856" y="4174018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FF7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0.0441</a:t>
              </a:r>
              <a:endParaRPr lang="en-US" sz="1400" dirty="0">
                <a:solidFill>
                  <a:srgbClr val="FF7F00"/>
                </a:solidFill>
              </a:endParaRPr>
            </a:p>
          </p:txBody>
        </p:sp>
        <p:sp>
          <p:nvSpPr>
            <p:cNvPr id="228" name="Text 53">
              <a:extLst>
                <a:ext uri="{FF2B5EF4-FFF2-40B4-BE49-F238E27FC236}">
                  <a16:creationId xmlns:a16="http://schemas.microsoft.com/office/drawing/2014/main" id="{68ADA7E2-03A7-79D6-DB15-096CB8C8E163}"/>
                </a:ext>
              </a:extLst>
            </p:cNvPr>
            <p:cNvSpPr/>
            <p:nvPr/>
          </p:nvSpPr>
          <p:spPr>
            <a:xfrm>
              <a:off x="10477856" y="3618320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F881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0.2401</a:t>
              </a:r>
              <a:endParaRPr lang="en-US" sz="1400" dirty="0">
                <a:solidFill>
                  <a:srgbClr val="F881C0"/>
                </a:solidFill>
              </a:endParaRPr>
            </a:p>
          </p:txBody>
        </p:sp>
        <p:sp>
          <p:nvSpPr>
            <p:cNvPr id="229" name="Text 60">
              <a:extLst>
                <a:ext uri="{FF2B5EF4-FFF2-40B4-BE49-F238E27FC236}">
                  <a16:creationId xmlns:a16="http://schemas.microsoft.com/office/drawing/2014/main" id="{F156506C-836E-74EB-607D-B5BD02263172}"/>
                </a:ext>
              </a:extLst>
            </p:cNvPr>
            <p:cNvSpPr/>
            <p:nvPr/>
          </p:nvSpPr>
          <p:spPr>
            <a:xfrm>
              <a:off x="10477856" y="3896169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A7562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0.2116</a:t>
              </a:r>
              <a:endParaRPr lang="en-US" sz="1400" dirty="0">
                <a:solidFill>
                  <a:srgbClr val="A75628"/>
                </a:solidFill>
              </a:endParaRPr>
            </a:p>
          </p:txBody>
        </p:sp>
        <p:sp>
          <p:nvSpPr>
            <p:cNvPr id="230" name="Text 66">
              <a:extLst>
                <a:ext uri="{FF2B5EF4-FFF2-40B4-BE49-F238E27FC236}">
                  <a16:creationId xmlns:a16="http://schemas.microsoft.com/office/drawing/2014/main" id="{772CD541-4496-36EE-EE15-8B872B599027}"/>
                </a:ext>
              </a:extLst>
            </p:cNvPr>
            <p:cNvSpPr/>
            <p:nvPr/>
          </p:nvSpPr>
          <p:spPr>
            <a:xfrm>
              <a:off x="10477856" y="5007565"/>
              <a:ext cx="725396" cy="2612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0.4900</a:t>
              </a:r>
              <a:endParaRPr lang="en-US" sz="1400" dirty="0"/>
            </a:p>
          </p:txBody>
        </p:sp>
      </p:grpSp>
      <p:sp>
        <p:nvSpPr>
          <p:cNvPr id="240" name="Text 11">
            <a:extLst>
              <a:ext uri="{FF2B5EF4-FFF2-40B4-BE49-F238E27FC236}">
                <a16:creationId xmlns:a16="http://schemas.microsoft.com/office/drawing/2014/main" id="{1303202A-9099-486B-FBC2-777BEEA0384E}"/>
              </a:ext>
            </a:extLst>
          </p:cNvPr>
          <p:cNvSpPr/>
          <p:nvPr/>
        </p:nvSpPr>
        <p:spPr>
          <a:xfrm>
            <a:off x="9983824" y="5572891"/>
            <a:ext cx="464125" cy="279931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SUM:</a:t>
            </a:r>
            <a:endParaRPr lang="en-US" sz="1000" dirty="0"/>
          </a:p>
        </p:txBody>
      </p:sp>
      <p:sp>
        <p:nvSpPr>
          <p:cNvPr id="241" name="Text 40">
            <a:extLst>
              <a:ext uri="{FF2B5EF4-FFF2-40B4-BE49-F238E27FC236}">
                <a16:creationId xmlns:a16="http://schemas.microsoft.com/office/drawing/2014/main" id="{08B4A605-E878-BDED-EC4D-7C0F677E9310}"/>
              </a:ext>
            </a:extLst>
          </p:cNvPr>
          <p:cNvSpPr/>
          <p:nvPr/>
        </p:nvSpPr>
        <p:spPr>
          <a:xfrm>
            <a:off x="10489381" y="5590239"/>
            <a:ext cx="881261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1.8198 kg²</a:t>
            </a:r>
          </a:p>
        </p:txBody>
      </p:sp>
      <p:sp>
        <p:nvSpPr>
          <p:cNvPr id="242" name="Text 11">
            <a:extLst>
              <a:ext uri="{FF2B5EF4-FFF2-40B4-BE49-F238E27FC236}">
                <a16:creationId xmlns:a16="http://schemas.microsoft.com/office/drawing/2014/main" id="{094AA5BC-AC5A-15AB-7D59-610B48635592}"/>
              </a:ext>
            </a:extLst>
          </p:cNvPr>
          <p:cNvSpPr/>
          <p:nvPr/>
        </p:nvSpPr>
        <p:spPr>
          <a:xfrm>
            <a:off x="9673355" y="5934250"/>
            <a:ext cx="782614" cy="261269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AVERAGE:*</a:t>
            </a:r>
            <a:endParaRPr lang="en-US" sz="1000" dirty="0"/>
          </a:p>
        </p:txBody>
      </p:sp>
      <p:sp>
        <p:nvSpPr>
          <p:cNvPr id="246" name="Text 40">
            <a:extLst>
              <a:ext uri="{FF2B5EF4-FFF2-40B4-BE49-F238E27FC236}">
                <a16:creationId xmlns:a16="http://schemas.microsoft.com/office/drawing/2014/main" id="{999D1084-DD35-F825-7570-2D057D53914F}"/>
              </a:ext>
            </a:extLst>
          </p:cNvPr>
          <p:cNvSpPr/>
          <p:nvPr/>
        </p:nvSpPr>
        <p:spPr>
          <a:xfrm>
            <a:off x="10489380" y="5925427"/>
            <a:ext cx="1426203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 lang="en-US" sz="1400" b="1" dirty="0">
              <a:solidFill>
                <a:srgbClr val="2D6B7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48" name="Text 40">
            <a:extLst>
              <a:ext uri="{FF2B5EF4-FFF2-40B4-BE49-F238E27FC236}">
                <a16:creationId xmlns:a16="http://schemas.microsoft.com/office/drawing/2014/main" id="{DB9356E6-7CD6-7014-16FE-2ABE7CDE02F5}"/>
              </a:ext>
            </a:extLst>
          </p:cNvPr>
          <p:cNvSpPr/>
          <p:nvPr/>
        </p:nvSpPr>
        <p:spPr>
          <a:xfrm>
            <a:off x="10489381" y="5925426"/>
            <a:ext cx="1529966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1.8198/6 = 0.303 kg²</a:t>
            </a:r>
          </a:p>
        </p:txBody>
      </p:sp>
      <p:sp>
        <p:nvSpPr>
          <p:cNvPr id="249" name="Text 11">
            <a:extLst>
              <a:ext uri="{FF2B5EF4-FFF2-40B4-BE49-F238E27FC236}">
                <a16:creationId xmlns:a16="http://schemas.microsoft.com/office/drawing/2014/main" id="{A83D9E06-79AD-9298-BF4D-9FE099A79403}"/>
              </a:ext>
            </a:extLst>
          </p:cNvPr>
          <p:cNvSpPr/>
          <p:nvPr/>
        </p:nvSpPr>
        <p:spPr>
          <a:xfrm>
            <a:off x="9999376" y="6251075"/>
            <a:ext cx="464125" cy="279931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SQRT:</a:t>
            </a:r>
            <a:endParaRPr lang="en-US" sz="1000" dirty="0"/>
          </a:p>
        </p:txBody>
      </p:sp>
      <p:sp>
        <p:nvSpPr>
          <p:cNvPr id="250" name="Text 40">
            <a:extLst>
              <a:ext uri="{FF2B5EF4-FFF2-40B4-BE49-F238E27FC236}">
                <a16:creationId xmlns:a16="http://schemas.microsoft.com/office/drawing/2014/main" id="{42122B1E-11B6-A79B-3056-A5056BC697E8}"/>
              </a:ext>
            </a:extLst>
          </p:cNvPr>
          <p:cNvSpPr/>
          <p:nvPr/>
        </p:nvSpPr>
        <p:spPr>
          <a:xfrm>
            <a:off x="10489381" y="6243783"/>
            <a:ext cx="1286272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√0.303 = </a:t>
            </a:r>
            <a:r>
              <a:rPr lang="en-US" sz="1300" b="1" u="sng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0.55 kg</a:t>
            </a:r>
          </a:p>
        </p:txBody>
      </p:sp>
      <p:sp>
        <p:nvSpPr>
          <p:cNvPr id="251" name="Text 14">
            <a:extLst>
              <a:ext uri="{FF2B5EF4-FFF2-40B4-BE49-F238E27FC236}">
                <a16:creationId xmlns:a16="http://schemas.microsoft.com/office/drawing/2014/main" id="{100A74E8-4235-EFC1-CBE8-F7C5E1C9BC67}"/>
              </a:ext>
            </a:extLst>
          </p:cNvPr>
          <p:cNvSpPr/>
          <p:nvPr/>
        </p:nvSpPr>
        <p:spPr>
          <a:xfrm>
            <a:off x="8331445" y="3025299"/>
            <a:ext cx="725396" cy="27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|residual|</a:t>
            </a:r>
            <a:endParaRPr lang="en-US" sz="1050" dirty="0"/>
          </a:p>
        </p:txBody>
      </p:sp>
      <p:sp>
        <p:nvSpPr>
          <p:cNvPr id="253" name="Text 21">
            <a:extLst>
              <a:ext uri="{FF2B5EF4-FFF2-40B4-BE49-F238E27FC236}">
                <a16:creationId xmlns:a16="http://schemas.microsoft.com/office/drawing/2014/main" id="{7113EF0F-D643-6451-2BB4-51A1DD5A5D9C}"/>
              </a:ext>
            </a:extLst>
          </p:cNvPr>
          <p:cNvSpPr/>
          <p:nvPr/>
        </p:nvSpPr>
        <p:spPr>
          <a:xfrm>
            <a:off x="8325493" y="3321506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+0.53</a:t>
            </a:r>
            <a:endParaRPr lang="en-US" sz="1400" dirty="0"/>
          </a:p>
        </p:txBody>
      </p:sp>
      <p:sp>
        <p:nvSpPr>
          <p:cNvPr id="254" name="Text 27">
            <a:extLst>
              <a:ext uri="{FF2B5EF4-FFF2-40B4-BE49-F238E27FC236}">
                <a16:creationId xmlns:a16="http://schemas.microsoft.com/office/drawing/2014/main" id="{59BAFD51-0625-8101-AF38-9832846BA9EB}"/>
              </a:ext>
            </a:extLst>
          </p:cNvPr>
          <p:cNvSpPr/>
          <p:nvPr/>
        </p:nvSpPr>
        <p:spPr>
          <a:xfrm>
            <a:off x="8325493" y="4432902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+0.07</a:t>
            </a:r>
            <a:endParaRPr lang="en-US" sz="1400" dirty="0">
              <a:solidFill>
                <a:srgbClr val="377EB8"/>
              </a:solidFill>
            </a:endParaRPr>
          </a:p>
        </p:txBody>
      </p:sp>
      <p:sp>
        <p:nvSpPr>
          <p:cNvPr id="255" name="Text 34">
            <a:extLst>
              <a:ext uri="{FF2B5EF4-FFF2-40B4-BE49-F238E27FC236}">
                <a16:creationId xmlns:a16="http://schemas.microsoft.com/office/drawing/2014/main" id="{7D21EA8B-9B90-ED40-D438-AE49BD797600}"/>
              </a:ext>
            </a:extLst>
          </p:cNvPr>
          <p:cNvSpPr/>
          <p:nvPr/>
        </p:nvSpPr>
        <p:spPr>
          <a:xfrm>
            <a:off x="8325493" y="4710751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+0.21</a:t>
            </a:r>
            <a:endParaRPr lang="en-US" sz="1400" dirty="0"/>
          </a:p>
        </p:txBody>
      </p:sp>
      <p:sp>
        <p:nvSpPr>
          <p:cNvPr id="256" name="Text 40">
            <a:extLst>
              <a:ext uri="{FF2B5EF4-FFF2-40B4-BE49-F238E27FC236}">
                <a16:creationId xmlns:a16="http://schemas.microsoft.com/office/drawing/2014/main" id="{42D7166F-491A-7021-929E-5F88ED7C54BD}"/>
              </a:ext>
            </a:extLst>
          </p:cNvPr>
          <p:cNvSpPr/>
          <p:nvPr/>
        </p:nvSpPr>
        <p:spPr>
          <a:xfrm>
            <a:off x="8325493" y="5266450"/>
            <a:ext cx="725396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946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+0.71</a:t>
            </a:r>
            <a:endParaRPr lang="en-US" sz="1400" dirty="0">
              <a:solidFill>
                <a:srgbClr val="894693"/>
              </a:solidFill>
            </a:endParaRPr>
          </a:p>
        </p:txBody>
      </p:sp>
      <p:sp>
        <p:nvSpPr>
          <p:cNvPr id="257" name="Text 47">
            <a:extLst>
              <a:ext uri="{FF2B5EF4-FFF2-40B4-BE49-F238E27FC236}">
                <a16:creationId xmlns:a16="http://schemas.microsoft.com/office/drawing/2014/main" id="{1AB012A5-3F81-7DCC-825E-D248596C9F0E}"/>
              </a:ext>
            </a:extLst>
          </p:cNvPr>
          <p:cNvSpPr/>
          <p:nvPr/>
        </p:nvSpPr>
        <p:spPr>
          <a:xfrm>
            <a:off x="8325493" y="4155053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+0.21</a:t>
            </a:r>
            <a:endParaRPr lang="en-US" sz="1400" dirty="0">
              <a:solidFill>
                <a:srgbClr val="FF7F00"/>
              </a:solidFill>
            </a:endParaRPr>
          </a:p>
        </p:txBody>
      </p:sp>
      <p:sp>
        <p:nvSpPr>
          <p:cNvPr id="258" name="Text 53">
            <a:extLst>
              <a:ext uri="{FF2B5EF4-FFF2-40B4-BE49-F238E27FC236}">
                <a16:creationId xmlns:a16="http://schemas.microsoft.com/office/drawing/2014/main" id="{98A9389C-7D6D-CC8A-66F4-A9B420CB506B}"/>
              </a:ext>
            </a:extLst>
          </p:cNvPr>
          <p:cNvSpPr/>
          <p:nvPr/>
        </p:nvSpPr>
        <p:spPr>
          <a:xfrm>
            <a:off x="8325493" y="3599355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8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+0.49</a:t>
            </a:r>
            <a:endParaRPr lang="en-US" sz="1400" dirty="0">
              <a:solidFill>
                <a:srgbClr val="F881C0"/>
              </a:solidFill>
            </a:endParaRPr>
          </a:p>
        </p:txBody>
      </p:sp>
      <p:sp>
        <p:nvSpPr>
          <p:cNvPr id="259" name="Text 60">
            <a:extLst>
              <a:ext uri="{FF2B5EF4-FFF2-40B4-BE49-F238E27FC236}">
                <a16:creationId xmlns:a16="http://schemas.microsoft.com/office/drawing/2014/main" id="{E9BB14B3-1F44-5002-7785-AFAC37AF6B62}"/>
              </a:ext>
            </a:extLst>
          </p:cNvPr>
          <p:cNvSpPr/>
          <p:nvPr/>
        </p:nvSpPr>
        <p:spPr>
          <a:xfrm>
            <a:off x="8325493" y="3877204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5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+0.46</a:t>
            </a:r>
            <a:endParaRPr lang="en-US" sz="1400" dirty="0">
              <a:solidFill>
                <a:srgbClr val="A75628"/>
              </a:solidFill>
            </a:endParaRPr>
          </a:p>
        </p:txBody>
      </p:sp>
      <p:sp>
        <p:nvSpPr>
          <p:cNvPr id="260" name="Text 66">
            <a:extLst>
              <a:ext uri="{FF2B5EF4-FFF2-40B4-BE49-F238E27FC236}">
                <a16:creationId xmlns:a16="http://schemas.microsoft.com/office/drawing/2014/main" id="{E2113DE8-262F-F99C-47E8-3A491C750362}"/>
              </a:ext>
            </a:extLst>
          </p:cNvPr>
          <p:cNvSpPr/>
          <p:nvPr/>
        </p:nvSpPr>
        <p:spPr>
          <a:xfrm>
            <a:off x="8325493" y="4988600"/>
            <a:ext cx="725396" cy="26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+0.70</a:t>
            </a:r>
            <a:endParaRPr lang="en-US" sz="1400" dirty="0"/>
          </a:p>
        </p:txBody>
      </p:sp>
      <p:sp>
        <p:nvSpPr>
          <p:cNvPr id="261" name="Text 40">
            <a:extLst>
              <a:ext uri="{FF2B5EF4-FFF2-40B4-BE49-F238E27FC236}">
                <a16:creationId xmlns:a16="http://schemas.microsoft.com/office/drawing/2014/main" id="{F0C625C9-7D4C-F30E-1FB1-C3EB32DE8696}"/>
              </a:ext>
            </a:extLst>
          </p:cNvPr>
          <p:cNvSpPr/>
          <p:nvPr/>
        </p:nvSpPr>
        <p:spPr>
          <a:xfrm>
            <a:off x="8325493" y="5582232"/>
            <a:ext cx="725396" cy="2612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3.38</a:t>
            </a:r>
            <a:endParaRPr lang="en-US" sz="13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Text 40">
            <a:extLst>
              <a:ext uri="{FF2B5EF4-FFF2-40B4-BE49-F238E27FC236}">
                <a16:creationId xmlns:a16="http://schemas.microsoft.com/office/drawing/2014/main" id="{EFC3A02F-408F-F891-9E12-DB0876B4C176}"/>
              </a:ext>
            </a:extLst>
          </p:cNvPr>
          <p:cNvSpPr/>
          <p:nvPr/>
        </p:nvSpPr>
        <p:spPr>
          <a:xfrm>
            <a:off x="8377618" y="5912357"/>
            <a:ext cx="1134958" cy="279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3.38/8= </a:t>
            </a:r>
            <a:r>
              <a:rPr lang="en-US" sz="1300" b="1" u="sng" dirty="0">
                <a:solidFill>
                  <a:srgbClr val="002060"/>
                </a:solidFill>
                <a:latin typeface="Calibri" panose="020F0502020204030204" pitchFamily="34" charset="0"/>
                <a:ea typeface="Consolas" pitchFamily="34" charset="-122"/>
                <a:cs typeface="Calibri" panose="020F0502020204030204" pitchFamily="34" charset="0"/>
              </a:rPr>
              <a:t>0.42kg</a:t>
            </a:r>
            <a:endParaRPr lang="en-US" sz="13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3" name="Text 11">
            <a:extLst>
              <a:ext uri="{FF2B5EF4-FFF2-40B4-BE49-F238E27FC236}">
                <a16:creationId xmlns:a16="http://schemas.microsoft.com/office/drawing/2014/main" id="{8FFB1B4A-2985-8C0F-81FC-0D4A0EF1EFD6}"/>
              </a:ext>
            </a:extLst>
          </p:cNvPr>
          <p:cNvSpPr/>
          <p:nvPr/>
        </p:nvSpPr>
        <p:spPr>
          <a:xfrm>
            <a:off x="7881609" y="5568072"/>
            <a:ext cx="464125" cy="279931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SUM:</a:t>
            </a:r>
            <a:endParaRPr lang="en-US" sz="1000" dirty="0"/>
          </a:p>
        </p:txBody>
      </p:sp>
      <p:sp>
        <p:nvSpPr>
          <p:cNvPr id="264" name="Text 11">
            <a:extLst>
              <a:ext uri="{FF2B5EF4-FFF2-40B4-BE49-F238E27FC236}">
                <a16:creationId xmlns:a16="http://schemas.microsoft.com/office/drawing/2014/main" id="{0F04D651-FAE4-9BA2-112B-E185FBBD491E}"/>
              </a:ext>
            </a:extLst>
          </p:cNvPr>
          <p:cNvSpPr/>
          <p:nvPr/>
        </p:nvSpPr>
        <p:spPr>
          <a:xfrm>
            <a:off x="7571140" y="5929431"/>
            <a:ext cx="782614" cy="261269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</a:t>
            </a:r>
            <a:endParaRPr lang="en-US" sz="1000" dirty="0"/>
          </a:p>
        </p:txBody>
      </p:sp>
      <p:sp>
        <p:nvSpPr>
          <p:cNvPr id="270" name="Text 40">
            <a:extLst>
              <a:ext uri="{FF2B5EF4-FFF2-40B4-BE49-F238E27FC236}">
                <a16:creationId xmlns:a16="http://schemas.microsoft.com/office/drawing/2014/main" id="{F54714E2-B9C8-ED14-5E45-1622169E02E9}"/>
              </a:ext>
            </a:extLst>
          </p:cNvPr>
          <p:cNvSpPr/>
          <p:nvPr/>
        </p:nvSpPr>
        <p:spPr>
          <a:xfrm>
            <a:off x="11410766" y="5311906"/>
            <a:ext cx="764983" cy="4316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6? </a:t>
            </a:r>
          </a:p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– 2</a:t>
            </a: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F2E6995-9B70-4BEB-5E4E-4D833C72B3BB}"/>
              </a:ext>
            </a:extLst>
          </p:cNvPr>
          <p:cNvGrpSpPr/>
          <p:nvPr/>
        </p:nvGrpSpPr>
        <p:grpSpPr>
          <a:xfrm>
            <a:off x="572662" y="4079574"/>
            <a:ext cx="3302743" cy="2506602"/>
            <a:chOff x="550267" y="2884014"/>
            <a:chExt cx="4939872" cy="3749094"/>
          </a:xfrm>
        </p:grpSpPr>
        <p:sp>
          <p:nvSpPr>
            <p:cNvPr id="271" name="Shape 48">
              <a:extLst>
                <a:ext uri="{FF2B5EF4-FFF2-40B4-BE49-F238E27FC236}">
                  <a16:creationId xmlns:a16="http://schemas.microsoft.com/office/drawing/2014/main" id="{31093AE8-F542-9907-6B8A-685856C6F61F}"/>
                </a:ext>
              </a:extLst>
            </p:cNvPr>
            <p:cNvSpPr/>
            <p:nvPr/>
          </p:nvSpPr>
          <p:spPr>
            <a:xfrm flipH="1">
              <a:off x="4887759" y="381447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272" name="Shape 8">
              <a:extLst>
                <a:ext uri="{FF2B5EF4-FFF2-40B4-BE49-F238E27FC236}">
                  <a16:creationId xmlns:a16="http://schemas.microsoft.com/office/drawing/2014/main" id="{2FC0E056-FFC4-D0BF-1C09-C9E764E34A3E}"/>
                </a:ext>
              </a:extLst>
            </p:cNvPr>
            <p:cNvSpPr/>
            <p:nvPr/>
          </p:nvSpPr>
          <p:spPr>
            <a:xfrm>
              <a:off x="16662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3" name="Shape 9">
              <a:extLst>
                <a:ext uri="{FF2B5EF4-FFF2-40B4-BE49-F238E27FC236}">
                  <a16:creationId xmlns:a16="http://schemas.microsoft.com/office/drawing/2014/main" id="{7A31057D-045C-DE8D-C850-7E26DB22A1DB}"/>
                </a:ext>
              </a:extLst>
            </p:cNvPr>
            <p:cNvSpPr/>
            <p:nvPr/>
          </p:nvSpPr>
          <p:spPr>
            <a:xfrm>
              <a:off x="24664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4" name="Shape 10">
              <a:extLst>
                <a:ext uri="{FF2B5EF4-FFF2-40B4-BE49-F238E27FC236}">
                  <a16:creationId xmlns:a16="http://schemas.microsoft.com/office/drawing/2014/main" id="{B2C4505D-A18B-6A8A-8EBB-13409B3CAD6F}"/>
                </a:ext>
              </a:extLst>
            </p:cNvPr>
            <p:cNvSpPr/>
            <p:nvPr/>
          </p:nvSpPr>
          <p:spPr>
            <a:xfrm>
              <a:off x="32665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5" name="Shape 11">
              <a:extLst>
                <a:ext uri="{FF2B5EF4-FFF2-40B4-BE49-F238E27FC236}">
                  <a16:creationId xmlns:a16="http://schemas.microsoft.com/office/drawing/2014/main" id="{BBD5548B-14E5-E784-52B6-0275BD413E2C}"/>
                </a:ext>
              </a:extLst>
            </p:cNvPr>
            <p:cNvSpPr/>
            <p:nvPr/>
          </p:nvSpPr>
          <p:spPr>
            <a:xfrm>
              <a:off x="40667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6" name="Shape 12">
              <a:extLst>
                <a:ext uri="{FF2B5EF4-FFF2-40B4-BE49-F238E27FC236}">
                  <a16:creationId xmlns:a16="http://schemas.microsoft.com/office/drawing/2014/main" id="{0D307BE2-C383-3AC9-86F6-3EABB5D89E83}"/>
                </a:ext>
              </a:extLst>
            </p:cNvPr>
            <p:cNvSpPr/>
            <p:nvPr/>
          </p:nvSpPr>
          <p:spPr>
            <a:xfrm>
              <a:off x="4866864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7" name="Shape 13">
              <a:extLst>
                <a:ext uri="{FF2B5EF4-FFF2-40B4-BE49-F238E27FC236}">
                  <a16:creationId xmlns:a16="http://schemas.microsoft.com/office/drawing/2014/main" id="{C0CB7789-0448-ACE3-A046-F7599E26EB67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8" name="Shape 14">
              <a:extLst>
                <a:ext uri="{FF2B5EF4-FFF2-40B4-BE49-F238E27FC236}">
                  <a16:creationId xmlns:a16="http://schemas.microsoft.com/office/drawing/2014/main" id="{BE9563D6-CE90-76EE-83DC-71675A84B7AE}"/>
                </a:ext>
              </a:extLst>
            </p:cNvPr>
            <p:cNvSpPr/>
            <p:nvPr/>
          </p:nvSpPr>
          <p:spPr>
            <a:xfrm>
              <a:off x="1266190" y="5552918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9" name="Shape 15">
              <a:extLst>
                <a:ext uri="{FF2B5EF4-FFF2-40B4-BE49-F238E27FC236}">
                  <a16:creationId xmlns:a16="http://schemas.microsoft.com/office/drawing/2014/main" id="{F4B96299-75FC-C4C6-6B77-5DC1E7D317D4}"/>
                </a:ext>
              </a:extLst>
            </p:cNvPr>
            <p:cNvSpPr/>
            <p:nvPr/>
          </p:nvSpPr>
          <p:spPr>
            <a:xfrm>
              <a:off x="1266190" y="50134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0" name="Shape 16">
              <a:extLst>
                <a:ext uri="{FF2B5EF4-FFF2-40B4-BE49-F238E27FC236}">
                  <a16:creationId xmlns:a16="http://schemas.microsoft.com/office/drawing/2014/main" id="{0C9BA6F8-C172-A2F2-C225-B0477EFC3A07}"/>
                </a:ext>
              </a:extLst>
            </p:cNvPr>
            <p:cNvSpPr/>
            <p:nvPr/>
          </p:nvSpPr>
          <p:spPr>
            <a:xfrm>
              <a:off x="1266190" y="447391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1" name="Shape 17">
              <a:extLst>
                <a:ext uri="{FF2B5EF4-FFF2-40B4-BE49-F238E27FC236}">
                  <a16:creationId xmlns:a16="http://schemas.microsoft.com/office/drawing/2014/main" id="{7643D379-C858-7E17-A54B-2398C675ABC3}"/>
                </a:ext>
              </a:extLst>
            </p:cNvPr>
            <p:cNvSpPr/>
            <p:nvPr/>
          </p:nvSpPr>
          <p:spPr>
            <a:xfrm>
              <a:off x="1266190" y="3934405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2" name="Shape 18">
              <a:extLst>
                <a:ext uri="{FF2B5EF4-FFF2-40B4-BE49-F238E27FC236}">
                  <a16:creationId xmlns:a16="http://schemas.microsoft.com/office/drawing/2014/main" id="{3AF0F6C9-49BA-0A59-2546-C38F433E1A57}"/>
                </a:ext>
              </a:extLst>
            </p:cNvPr>
            <p:cNvSpPr/>
            <p:nvPr/>
          </p:nvSpPr>
          <p:spPr>
            <a:xfrm>
              <a:off x="1266190" y="339490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3" name="Shape 19">
              <a:extLst>
                <a:ext uri="{FF2B5EF4-FFF2-40B4-BE49-F238E27FC236}">
                  <a16:creationId xmlns:a16="http://schemas.microsoft.com/office/drawing/2014/main" id="{CEC4F94D-7ABC-39FB-6AF9-D26313E3671E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4" name="Shape 20">
              <a:extLst>
                <a:ext uri="{FF2B5EF4-FFF2-40B4-BE49-F238E27FC236}">
                  <a16:creationId xmlns:a16="http://schemas.microsoft.com/office/drawing/2014/main" id="{9E8F78FE-B798-6A9E-01E7-0D24B42301DD}"/>
                </a:ext>
              </a:extLst>
            </p:cNvPr>
            <p:cNvSpPr/>
            <p:nvPr/>
          </p:nvSpPr>
          <p:spPr>
            <a:xfrm>
              <a:off x="1266190" y="2909348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5" name="Shape 21">
              <a:extLst>
                <a:ext uri="{FF2B5EF4-FFF2-40B4-BE49-F238E27FC236}">
                  <a16:creationId xmlns:a16="http://schemas.microsoft.com/office/drawing/2014/main" id="{6A55C332-D4FE-8C6E-02DB-A0AC1021A016}"/>
                </a:ext>
              </a:extLst>
            </p:cNvPr>
            <p:cNvSpPr/>
            <p:nvPr/>
          </p:nvSpPr>
          <p:spPr>
            <a:xfrm>
              <a:off x="16662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6" name="Text 22">
              <a:extLst>
                <a:ext uri="{FF2B5EF4-FFF2-40B4-BE49-F238E27FC236}">
                  <a16:creationId xmlns:a16="http://schemas.microsoft.com/office/drawing/2014/main" id="{A943D546-F758-0971-D20F-5620A7DEBBB8}"/>
                </a:ext>
              </a:extLst>
            </p:cNvPr>
            <p:cNvSpPr/>
            <p:nvPr/>
          </p:nvSpPr>
          <p:spPr>
            <a:xfrm>
              <a:off x="13293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500" dirty="0"/>
            </a:p>
          </p:txBody>
        </p:sp>
        <p:sp>
          <p:nvSpPr>
            <p:cNvPr id="287" name="Shape 23">
              <a:extLst>
                <a:ext uri="{FF2B5EF4-FFF2-40B4-BE49-F238E27FC236}">
                  <a16:creationId xmlns:a16="http://schemas.microsoft.com/office/drawing/2014/main" id="{509C5856-FC30-7961-D9A7-A1A6CEE896D6}"/>
                </a:ext>
              </a:extLst>
            </p:cNvPr>
            <p:cNvSpPr/>
            <p:nvPr/>
          </p:nvSpPr>
          <p:spPr>
            <a:xfrm>
              <a:off x="24664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8" name="Text 24">
              <a:extLst>
                <a:ext uri="{FF2B5EF4-FFF2-40B4-BE49-F238E27FC236}">
                  <a16:creationId xmlns:a16="http://schemas.microsoft.com/office/drawing/2014/main" id="{F7F3323E-E9FB-84A2-C5E4-375A86A5CE58}"/>
                </a:ext>
              </a:extLst>
            </p:cNvPr>
            <p:cNvSpPr/>
            <p:nvPr/>
          </p:nvSpPr>
          <p:spPr>
            <a:xfrm>
              <a:off x="21295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500" dirty="0"/>
            </a:p>
          </p:txBody>
        </p:sp>
        <p:sp>
          <p:nvSpPr>
            <p:cNvPr id="289" name="Shape 25">
              <a:extLst>
                <a:ext uri="{FF2B5EF4-FFF2-40B4-BE49-F238E27FC236}">
                  <a16:creationId xmlns:a16="http://schemas.microsoft.com/office/drawing/2014/main" id="{E035373E-9807-3D51-D3E0-3492C0F0E2C5}"/>
                </a:ext>
              </a:extLst>
            </p:cNvPr>
            <p:cNvSpPr/>
            <p:nvPr/>
          </p:nvSpPr>
          <p:spPr>
            <a:xfrm>
              <a:off x="32665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0" name="Text 26">
              <a:extLst>
                <a:ext uri="{FF2B5EF4-FFF2-40B4-BE49-F238E27FC236}">
                  <a16:creationId xmlns:a16="http://schemas.microsoft.com/office/drawing/2014/main" id="{4B99366C-D956-43D1-854B-5E1382DE6802}"/>
                </a:ext>
              </a:extLst>
            </p:cNvPr>
            <p:cNvSpPr/>
            <p:nvPr/>
          </p:nvSpPr>
          <p:spPr>
            <a:xfrm>
              <a:off x="29296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500" dirty="0"/>
            </a:p>
          </p:txBody>
        </p:sp>
        <p:sp>
          <p:nvSpPr>
            <p:cNvPr id="291" name="Shape 27">
              <a:extLst>
                <a:ext uri="{FF2B5EF4-FFF2-40B4-BE49-F238E27FC236}">
                  <a16:creationId xmlns:a16="http://schemas.microsoft.com/office/drawing/2014/main" id="{CCDE51CC-C965-070C-2763-A76BF8D56F6B}"/>
                </a:ext>
              </a:extLst>
            </p:cNvPr>
            <p:cNvSpPr/>
            <p:nvPr/>
          </p:nvSpPr>
          <p:spPr>
            <a:xfrm>
              <a:off x="40667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2" name="Text 28">
              <a:extLst>
                <a:ext uri="{FF2B5EF4-FFF2-40B4-BE49-F238E27FC236}">
                  <a16:creationId xmlns:a16="http://schemas.microsoft.com/office/drawing/2014/main" id="{BD6FF717-107C-5507-BDD3-05A1E1E236A0}"/>
                </a:ext>
              </a:extLst>
            </p:cNvPr>
            <p:cNvSpPr/>
            <p:nvPr/>
          </p:nvSpPr>
          <p:spPr>
            <a:xfrm>
              <a:off x="37298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500" dirty="0"/>
            </a:p>
          </p:txBody>
        </p:sp>
        <p:sp>
          <p:nvSpPr>
            <p:cNvPr id="293" name="Shape 29">
              <a:extLst>
                <a:ext uri="{FF2B5EF4-FFF2-40B4-BE49-F238E27FC236}">
                  <a16:creationId xmlns:a16="http://schemas.microsoft.com/office/drawing/2014/main" id="{85A7984C-9994-52FD-D31E-5188B34C7B62}"/>
                </a:ext>
              </a:extLst>
            </p:cNvPr>
            <p:cNvSpPr/>
            <p:nvPr/>
          </p:nvSpPr>
          <p:spPr>
            <a:xfrm>
              <a:off x="4866864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4" name="Text 30">
              <a:extLst>
                <a:ext uri="{FF2B5EF4-FFF2-40B4-BE49-F238E27FC236}">
                  <a16:creationId xmlns:a16="http://schemas.microsoft.com/office/drawing/2014/main" id="{0CC5A2E1-76BE-DFBD-1EB6-E4667DA5A13E}"/>
                </a:ext>
              </a:extLst>
            </p:cNvPr>
            <p:cNvSpPr/>
            <p:nvPr/>
          </p:nvSpPr>
          <p:spPr>
            <a:xfrm>
              <a:off x="4529959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500" dirty="0"/>
            </a:p>
          </p:txBody>
        </p:sp>
        <p:sp>
          <p:nvSpPr>
            <p:cNvPr id="295" name="Shape 31">
              <a:extLst>
                <a:ext uri="{FF2B5EF4-FFF2-40B4-BE49-F238E27FC236}">
                  <a16:creationId xmlns:a16="http://schemas.microsoft.com/office/drawing/2014/main" id="{A3713937-596E-FCFF-46C3-D400152902E8}"/>
                </a:ext>
              </a:extLst>
            </p:cNvPr>
            <p:cNvSpPr/>
            <p:nvPr/>
          </p:nvSpPr>
          <p:spPr>
            <a:xfrm>
              <a:off x="1207232" y="60924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6" name="Text 32">
              <a:extLst>
                <a:ext uri="{FF2B5EF4-FFF2-40B4-BE49-F238E27FC236}">
                  <a16:creationId xmlns:a16="http://schemas.microsoft.com/office/drawing/2014/main" id="{681D88B8-C7E8-51CC-AF7D-4AA7E3D37BF8}"/>
                </a:ext>
              </a:extLst>
            </p:cNvPr>
            <p:cNvSpPr/>
            <p:nvPr/>
          </p:nvSpPr>
          <p:spPr>
            <a:xfrm>
              <a:off x="550267" y="59790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500" dirty="0"/>
            </a:p>
          </p:txBody>
        </p:sp>
        <p:sp>
          <p:nvSpPr>
            <p:cNvPr id="297" name="Shape 33">
              <a:extLst>
                <a:ext uri="{FF2B5EF4-FFF2-40B4-BE49-F238E27FC236}">
                  <a16:creationId xmlns:a16="http://schemas.microsoft.com/office/drawing/2014/main" id="{C77972C3-093B-243C-D28A-1CFF1B46EFB7}"/>
                </a:ext>
              </a:extLst>
            </p:cNvPr>
            <p:cNvSpPr/>
            <p:nvPr/>
          </p:nvSpPr>
          <p:spPr>
            <a:xfrm>
              <a:off x="1207232" y="5552918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8" name="Text 34">
              <a:extLst>
                <a:ext uri="{FF2B5EF4-FFF2-40B4-BE49-F238E27FC236}">
                  <a16:creationId xmlns:a16="http://schemas.microsoft.com/office/drawing/2014/main" id="{989D6500-C4E7-92F0-F46E-878AEA75BEC2}"/>
                </a:ext>
              </a:extLst>
            </p:cNvPr>
            <p:cNvSpPr/>
            <p:nvPr/>
          </p:nvSpPr>
          <p:spPr>
            <a:xfrm>
              <a:off x="550267" y="54395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500" dirty="0"/>
            </a:p>
          </p:txBody>
        </p:sp>
        <p:sp>
          <p:nvSpPr>
            <p:cNvPr id="299" name="Shape 35">
              <a:extLst>
                <a:ext uri="{FF2B5EF4-FFF2-40B4-BE49-F238E27FC236}">
                  <a16:creationId xmlns:a16="http://schemas.microsoft.com/office/drawing/2014/main" id="{B9A292D2-A3DD-4488-2677-9C376A04C44F}"/>
                </a:ext>
              </a:extLst>
            </p:cNvPr>
            <p:cNvSpPr/>
            <p:nvPr/>
          </p:nvSpPr>
          <p:spPr>
            <a:xfrm>
              <a:off x="1207232" y="50134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0" name="Text 36">
              <a:extLst>
                <a:ext uri="{FF2B5EF4-FFF2-40B4-BE49-F238E27FC236}">
                  <a16:creationId xmlns:a16="http://schemas.microsoft.com/office/drawing/2014/main" id="{4836BDC6-315A-7937-5B1C-BA5143FC6812}"/>
                </a:ext>
              </a:extLst>
            </p:cNvPr>
            <p:cNvSpPr/>
            <p:nvPr/>
          </p:nvSpPr>
          <p:spPr>
            <a:xfrm>
              <a:off x="550267" y="49000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500" dirty="0"/>
            </a:p>
          </p:txBody>
        </p:sp>
        <p:sp>
          <p:nvSpPr>
            <p:cNvPr id="301" name="Shape 37">
              <a:extLst>
                <a:ext uri="{FF2B5EF4-FFF2-40B4-BE49-F238E27FC236}">
                  <a16:creationId xmlns:a16="http://schemas.microsoft.com/office/drawing/2014/main" id="{4EE9E488-BDEC-E756-9D6F-3DFCF966ADC3}"/>
                </a:ext>
              </a:extLst>
            </p:cNvPr>
            <p:cNvSpPr/>
            <p:nvPr/>
          </p:nvSpPr>
          <p:spPr>
            <a:xfrm>
              <a:off x="1207232" y="447391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2" name="Text 38">
              <a:extLst>
                <a:ext uri="{FF2B5EF4-FFF2-40B4-BE49-F238E27FC236}">
                  <a16:creationId xmlns:a16="http://schemas.microsoft.com/office/drawing/2014/main" id="{D66D2CAC-7676-7581-74D3-98382EED63E7}"/>
                </a:ext>
              </a:extLst>
            </p:cNvPr>
            <p:cNvSpPr/>
            <p:nvPr/>
          </p:nvSpPr>
          <p:spPr>
            <a:xfrm>
              <a:off x="550267" y="436054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500" dirty="0"/>
            </a:p>
          </p:txBody>
        </p:sp>
        <p:sp>
          <p:nvSpPr>
            <p:cNvPr id="303" name="Shape 39">
              <a:extLst>
                <a:ext uri="{FF2B5EF4-FFF2-40B4-BE49-F238E27FC236}">
                  <a16:creationId xmlns:a16="http://schemas.microsoft.com/office/drawing/2014/main" id="{27F701E6-7429-DC37-5FAA-A3F00186E01A}"/>
                </a:ext>
              </a:extLst>
            </p:cNvPr>
            <p:cNvSpPr/>
            <p:nvPr/>
          </p:nvSpPr>
          <p:spPr>
            <a:xfrm>
              <a:off x="1207232" y="3934405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4" name="Text 40">
              <a:extLst>
                <a:ext uri="{FF2B5EF4-FFF2-40B4-BE49-F238E27FC236}">
                  <a16:creationId xmlns:a16="http://schemas.microsoft.com/office/drawing/2014/main" id="{9DF8B52E-2D69-39B5-6261-0FFE1E3C018E}"/>
                </a:ext>
              </a:extLst>
            </p:cNvPr>
            <p:cNvSpPr/>
            <p:nvPr/>
          </p:nvSpPr>
          <p:spPr>
            <a:xfrm>
              <a:off x="550267" y="382103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500" dirty="0"/>
            </a:p>
          </p:txBody>
        </p:sp>
        <p:sp>
          <p:nvSpPr>
            <p:cNvPr id="305" name="Shape 41">
              <a:extLst>
                <a:ext uri="{FF2B5EF4-FFF2-40B4-BE49-F238E27FC236}">
                  <a16:creationId xmlns:a16="http://schemas.microsoft.com/office/drawing/2014/main" id="{BFF72FD2-F4AA-9849-7FE3-458AA0DEF765}"/>
                </a:ext>
              </a:extLst>
            </p:cNvPr>
            <p:cNvSpPr/>
            <p:nvPr/>
          </p:nvSpPr>
          <p:spPr>
            <a:xfrm>
              <a:off x="1207232" y="339490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06" name="Text 42">
              <a:extLst>
                <a:ext uri="{FF2B5EF4-FFF2-40B4-BE49-F238E27FC236}">
                  <a16:creationId xmlns:a16="http://schemas.microsoft.com/office/drawing/2014/main" id="{0DE27D54-3B35-E283-66AB-8AC13A8AD9B2}"/>
                </a:ext>
              </a:extLst>
            </p:cNvPr>
            <p:cNvSpPr/>
            <p:nvPr/>
          </p:nvSpPr>
          <p:spPr>
            <a:xfrm>
              <a:off x="550267" y="328153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500" dirty="0"/>
            </a:p>
          </p:txBody>
        </p:sp>
        <p:sp>
          <p:nvSpPr>
            <p:cNvPr id="307" name="Text 43">
              <a:extLst>
                <a:ext uri="{FF2B5EF4-FFF2-40B4-BE49-F238E27FC236}">
                  <a16:creationId xmlns:a16="http://schemas.microsoft.com/office/drawing/2014/main" id="{8BD53296-CBA3-1A6F-1399-F999444B7ACB}"/>
                </a:ext>
              </a:extLst>
            </p:cNvPr>
            <p:cNvSpPr/>
            <p:nvPr/>
          </p:nvSpPr>
          <p:spPr>
            <a:xfrm>
              <a:off x="1266190" y="6371486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000" dirty="0"/>
            </a:p>
          </p:txBody>
        </p:sp>
        <p:sp>
          <p:nvSpPr>
            <p:cNvPr id="308" name="Text 44">
              <a:extLst>
                <a:ext uri="{FF2B5EF4-FFF2-40B4-BE49-F238E27FC236}">
                  <a16:creationId xmlns:a16="http://schemas.microsoft.com/office/drawing/2014/main" id="{FFFEC4E1-7001-6E19-91FE-5881220E4A98}"/>
                </a:ext>
              </a:extLst>
            </p:cNvPr>
            <p:cNvSpPr/>
            <p:nvPr/>
          </p:nvSpPr>
          <p:spPr>
            <a:xfrm rot="16200000">
              <a:off x="63173" y="4349278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000" dirty="0"/>
            </a:p>
          </p:txBody>
        </p:sp>
        <p:sp>
          <p:nvSpPr>
            <p:cNvPr id="309" name="Shape 45">
              <a:extLst>
                <a:ext uri="{FF2B5EF4-FFF2-40B4-BE49-F238E27FC236}">
                  <a16:creationId xmlns:a16="http://schemas.microsoft.com/office/drawing/2014/main" id="{64CEC990-86E3-AD9E-D7B1-C0C6A5888149}"/>
                </a:ext>
              </a:extLst>
            </p:cNvPr>
            <p:cNvSpPr/>
            <p:nvPr/>
          </p:nvSpPr>
          <p:spPr>
            <a:xfrm flipV="1">
              <a:off x="1379144" y="3621114"/>
              <a:ext cx="3824626" cy="2062114"/>
            </a:xfrm>
            <a:prstGeom prst="line">
              <a:avLst/>
            </a:prstGeom>
            <a:noFill/>
            <a:ln w="381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310" name="Shape 46">
              <a:extLst>
                <a:ext uri="{FF2B5EF4-FFF2-40B4-BE49-F238E27FC236}">
                  <a16:creationId xmlns:a16="http://schemas.microsoft.com/office/drawing/2014/main" id="{21A59E32-CA14-C128-8EC0-D06E548775EA}"/>
                </a:ext>
              </a:extLst>
            </p:cNvPr>
            <p:cNvSpPr/>
            <p:nvPr/>
          </p:nvSpPr>
          <p:spPr>
            <a:xfrm>
              <a:off x="1573616" y="5934990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1" name="Text 47">
              <a:extLst>
                <a:ext uri="{FF2B5EF4-FFF2-40B4-BE49-F238E27FC236}">
                  <a16:creationId xmlns:a16="http://schemas.microsoft.com/office/drawing/2014/main" id="{6FA90256-2E2B-0566-C24F-E65D27097B67}"/>
                </a:ext>
              </a:extLst>
            </p:cNvPr>
            <p:cNvSpPr/>
            <p:nvPr/>
          </p:nvSpPr>
          <p:spPr>
            <a:xfrm>
              <a:off x="1784182" y="591754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700" dirty="0"/>
            </a:p>
          </p:txBody>
        </p:sp>
        <p:sp>
          <p:nvSpPr>
            <p:cNvPr id="312" name="Shape 48">
              <a:extLst>
                <a:ext uri="{FF2B5EF4-FFF2-40B4-BE49-F238E27FC236}">
                  <a16:creationId xmlns:a16="http://schemas.microsoft.com/office/drawing/2014/main" id="{E59682B3-27E3-0FFD-5CD5-F8E0CCC3C839}"/>
                </a:ext>
              </a:extLst>
            </p:cNvPr>
            <p:cNvSpPr/>
            <p:nvPr/>
          </p:nvSpPr>
          <p:spPr>
            <a:xfrm>
              <a:off x="1573616" y="5294059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3" name="Text 49">
              <a:extLst>
                <a:ext uri="{FF2B5EF4-FFF2-40B4-BE49-F238E27FC236}">
                  <a16:creationId xmlns:a16="http://schemas.microsoft.com/office/drawing/2014/main" id="{1284D76B-2635-2A44-79E8-8B698D80D04D}"/>
                </a:ext>
              </a:extLst>
            </p:cNvPr>
            <p:cNvSpPr/>
            <p:nvPr/>
          </p:nvSpPr>
          <p:spPr>
            <a:xfrm>
              <a:off x="1784182" y="52766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700" dirty="0"/>
            </a:p>
          </p:txBody>
        </p:sp>
        <p:sp>
          <p:nvSpPr>
            <p:cNvPr id="314" name="Shape 50">
              <a:extLst>
                <a:ext uri="{FF2B5EF4-FFF2-40B4-BE49-F238E27FC236}">
                  <a16:creationId xmlns:a16="http://schemas.microsoft.com/office/drawing/2014/main" id="{CC145232-14B5-D2D8-A2F2-91DED95779B7}"/>
                </a:ext>
              </a:extLst>
            </p:cNvPr>
            <p:cNvSpPr/>
            <p:nvPr/>
          </p:nvSpPr>
          <p:spPr>
            <a:xfrm>
              <a:off x="2373766" y="4726501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5" name="Text 51">
              <a:extLst>
                <a:ext uri="{FF2B5EF4-FFF2-40B4-BE49-F238E27FC236}">
                  <a16:creationId xmlns:a16="http://schemas.microsoft.com/office/drawing/2014/main" id="{58106F52-92FC-7471-1656-B871B78D4B3C}"/>
                </a:ext>
              </a:extLst>
            </p:cNvPr>
            <p:cNvSpPr/>
            <p:nvPr/>
          </p:nvSpPr>
          <p:spPr>
            <a:xfrm>
              <a:off x="2584332" y="470905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700" dirty="0"/>
            </a:p>
          </p:txBody>
        </p:sp>
        <p:sp>
          <p:nvSpPr>
            <p:cNvPr id="316" name="Shape 52">
              <a:extLst>
                <a:ext uri="{FF2B5EF4-FFF2-40B4-BE49-F238E27FC236}">
                  <a16:creationId xmlns:a16="http://schemas.microsoft.com/office/drawing/2014/main" id="{E635C14F-30BF-6547-FC57-6F79532BC9A6}"/>
                </a:ext>
              </a:extLst>
            </p:cNvPr>
            <p:cNvSpPr/>
            <p:nvPr/>
          </p:nvSpPr>
          <p:spPr>
            <a:xfrm>
              <a:off x="3173916" y="3771579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7" name="Text 53">
              <a:extLst>
                <a:ext uri="{FF2B5EF4-FFF2-40B4-BE49-F238E27FC236}">
                  <a16:creationId xmlns:a16="http://schemas.microsoft.com/office/drawing/2014/main" id="{D91BC368-DD7C-E19D-C76F-C8C875A5C590}"/>
                </a:ext>
              </a:extLst>
            </p:cNvPr>
            <p:cNvSpPr/>
            <p:nvPr/>
          </p:nvSpPr>
          <p:spPr>
            <a:xfrm>
              <a:off x="3384482" y="375413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700" dirty="0"/>
            </a:p>
          </p:txBody>
        </p:sp>
        <p:sp>
          <p:nvSpPr>
            <p:cNvPr id="318" name="Shape 54">
              <a:extLst>
                <a:ext uri="{FF2B5EF4-FFF2-40B4-BE49-F238E27FC236}">
                  <a16:creationId xmlns:a16="http://schemas.microsoft.com/office/drawing/2014/main" id="{FD5FA656-6F06-81BC-6883-DF646F3A9E62}"/>
                </a:ext>
              </a:extLst>
            </p:cNvPr>
            <p:cNvSpPr/>
            <p:nvPr/>
          </p:nvSpPr>
          <p:spPr>
            <a:xfrm>
              <a:off x="3974066" y="4344532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9" name="Text 55">
              <a:extLst>
                <a:ext uri="{FF2B5EF4-FFF2-40B4-BE49-F238E27FC236}">
                  <a16:creationId xmlns:a16="http://schemas.microsoft.com/office/drawing/2014/main" id="{9A1D2188-F880-D561-FDD7-C75D12C84BD8}"/>
                </a:ext>
              </a:extLst>
            </p:cNvPr>
            <p:cNvSpPr/>
            <p:nvPr/>
          </p:nvSpPr>
          <p:spPr>
            <a:xfrm>
              <a:off x="4184631" y="432709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700" dirty="0"/>
            </a:p>
          </p:txBody>
        </p:sp>
        <p:sp>
          <p:nvSpPr>
            <p:cNvPr id="320" name="Shape 56">
              <a:extLst>
                <a:ext uri="{FF2B5EF4-FFF2-40B4-BE49-F238E27FC236}">
                  <a16:creationId xmlns:a16="http://schemas.microsoft.com/office/drawing/2014/main" id="{C7E0DA60-7C36-4CFB-4844-0063D6C62082}"/>
                </a:ext>
              </a:extLst>
            </p:cNvPr>
            <p:cNvSpPr/>
            <p:nvPr/>
          </p:nvSpPr>
          <p:spPr>
            <a:xfrm>
              <a:off x="4774216" y="4226921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1" name="Text 57">
              <a:extLst>
                <a:ext uri="{FF2B5EF4-FFF2-40B4-BE49-F238E27FC236}">
                  <a16:creationId xmlns:a16="http://schemas.microsoft.com/office/drawing/2014/main" id="{E1C212DE-3F8D-5C2E-2D76-BA99E44B7DA0}"/>
                </a:ext>
              </a:extLst>
            </p:cNvPr>
            <p:cNvSpPr/>
            <p:nvPr/>
          </p:nvSpPr>
          <p:spPr>
            <a:xfrm>
              <a:off x="4984781" y="434608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700" dirty="0"/>
            </a:p>
          </p:txBody>
        </p:sp>
        <p:sp>
          <p:nvSpPr>
            <p:cNvPr id="322" name="Shape 58">
              <a:extLst>
                <a:ext uri="{FF2B5EF4-FFF2-40B4-BE49-F238E27FC236}">
                  <a16:creationId xmlns:a16="http://schemas.microsoft.com/office/drawing/2014/main" id="{DC33C949-3368-7EEA-BFE1-6273319DFCE6}"/>
                </a:ext>
              </a:extLst>
            </p:cNvPr>
            <p:cNvSpPr/>
            <p:nvPr/>
          </p:nvSpPr>
          <p:spPr>
            <a:xfrm>
              <a:off x="4725725" y="4190861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3" name="Text 59">
              <a:extLst>
                <a:ext uri="{FF2B5EF4-FFF2-40B4-BE49-F238E27FC236}">
                  <a16:creationId xmlns:a16="http://schemas.microsoft.com/office/drawing/2014/main" id="{B694786F-5495-DDD4-0940-8CD8E511D4FF}"/>
                </a:ext>
              </a:extLst>
            </p:cNvPr>
            <p:cNvSpPr/>
            <p:nvPr/>
          </p:nvSpPr>
          <p:spPr>
            <a:xfrm>
              <a:off x="4984781" y="41774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700" dirty="0"/>
            </a:p>
          </p:txBody>
        </p:sp>
        <p:sp>
          <p:nvSpPr>
            <p:cNvPr id="324" name="Shape 60">
              <a:extLst>
                <a:ext uri="{FF2B5EF4-FFF2-40B4-BE49-F238E27FC236}">
                  <a16:creationId xmlns:a16="http://schemas.microsoft.com/office/drawing/2014/main" id="{45403EE0-44C9-4FFB-0688-BEB01E256253}"/>
                </a:ext>
              </a:extLst>
            </p:cNvPr>
            <p:cNvSpPr/>
            <p:nvPr/>
          </p:nvSpPr>
          <p:spPr>
            <a:xfrm>
              <a:off x="4774216" y="294505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5" name="Text 61">
              <a:extLst>
                <a:ext uri="{FF2B5EF4-FFF2-40B4-BE49-F238E27FC236}">
                  <a16:creationId xmlns:a16="http://schemas.microsoft.com/office/drawing/2014/main" id="{C50798F1-8821-A63A-12FB-A68F4DD3D750}"/>
                </a:ext>
              </a:extLst>
            </p:cNvPr>
            <p:cNvSpPr/>
            <p:nvPr/>
          </p:nvSpPr>
          <p:spPr>
            <a:xfrm>
              <a:off x="4984781" y="2884014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700" dirty="0"/>
            </a:p>
          </p:txBody>
        </p:sp>
        <p:sp>
          <p:nvSpPr>
            <p:cNvPr id="326" name="Shape 48">
              <a:extLst>
                <a:ext uri="{FF2B5EF4-FFF2-40B4-BE49-F238E27FC236}">
                  <a16:creationId xmlns:a16="http://schemas.microsoft.com/office/drawing/2014/main" id="{0EF86B99-FB72-E18D-2FDE-6C26136A7A19}"/>
                </a:ext>
              </a:extLst>
            </p:cNvPr>
            <p:cNvSpPr/>
            <p:nvPr/>
          </p:nvSpPr>
          <p:spPr>
            <a:xfrm flipH="1">
              <a:off x="1647686" y="553869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7" name="Shape 48">
              <a:extLst>
                <a:ext uri="{FF2B5EF4-FFF2-40B4-BE49-F238E27FC236}">
                  <a16:creationId xmlns:a16="http://schemas.microsoft.com/office/drawing/2014/main" id="{B193F793-BC6B-776B-4096-1E1C18D02227}"/>
                </a:ext>
              </a:extLst>
            </p:cNvPr>
            <p:cNvSpPr/>
            <p:nvPr/>
          </p:nvSpPr>
          <p:spPr>
            <a:xfrm flipH="1">
              <a:off x="1658581" y="540744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8" name="Shape 48">
              <a:extLst>
                <a:ext uri="{FF2B5EF4-FFF2-40B4-BE49-F238E27FC236}">
                  <a16:creationId xmlns:a16="http://schemas.microsoft.com/office/drawing/2014/main" id="{420491D2-3A20-9F20-AB02-9E3282698FEC}"/>
                </a:ext>
              </a:extLst>
            </p:cNvPr>
            <p:cNvSpPr/>
            <p:nvPr/>
          </p:nvSpPr>
          <p:spPr>
            <a:xfrm flipH="1">
              <a:off x="2466412" y="484660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9" name="Shape 48">
              <a:extLst>
                <a:ext uri="{FF2B5EF4-FFF2-40B4-BE49-F238E27FC236}">
                  <a16:creationId xmlns:a16="http://schemas.microsoft.com/office/drawing/2014/main" id="{FA6DB01B-613A-E53C-4F6D-0E640AF1D423}"/>
                </a:ext>
              </a:extLst>
            </p:cNvPr>
            <p:cNvSpPr/>
            <p:nvPr/>
          </p:nvSpPr>
          <p:spPr>
            <a:xfrm>
              <a:off x="3266565" y="392274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0" name="Shape 48">
              <a:extLst>
                <a:ext uri="{FF2B5EF4-FFF2-40B4-BE49-F238E27FC236}">
                  <a16:creationId xmlns:a16="http://schemas.microsoft.com/office/drawing/2014/main" id="{92E319EE-6270-BC06-013B-0497E87429B9}"/>
                </a:ext>
              </a:extLst>
            </p:cNvPr>
            <p:cNvSpPr/>
            <p:nvPr/>
          </p:nvSpPr>
          <p:spPr>
            <a:xfrm flipH="1">
              <a:off x="4074399" y="424769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1" name="Shape 48">
              <a:extLst>
                <a:ext uri="{FF2B5EF4-FFF2-40B4-BE49-F238E27FC236}">
                  <a16:creationId xmlns:a16="http://schemas.microsoft.com/office/drawing/2014/main" id="{17303D17-7B84-3B27-4AC4-106C366DC5F2}"/>
                </a:ext>
              </a:extLst>
            </p:cNvPr>
            <p:cNvSpPr/>
            <p:nvPr/>
          </p:nvSpPr>
          <p:spPr>
            <a:xfrm flipH="1">
              <a:off x="4862492" y="312013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2" name="Shape 48">
              <a:extLst>
                <a:ext uri="{FF2B5EF4-FFF2-40B4-BE49-F238E27FC236}">
                  <a16:creationId xmlns:a16="http://schemas.microsoft.com/office/drawing/2014/main" id="{DCE4F567-0C97-CA0D-0683-12186E5C937E}"/>
                </a:ext>
              </a:extLst>
            </p:cNvPr>
            <p:cNvSpPr/>
            <p:nvPr/>
          </p:nvSpPr>
          <p:spPr>
            <a:xfrm>
              <a:off x="4803695" y="383760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3" name="SlopeArrow">
              <a:extLst>
                <a:ext uri="{FF2B5EF4-FFF2-40B4-BE49-F238E27FC236}">
                  <a16:creationId xmlns:a16="http://schemas.microsoft.com/office/drawing/2014/main" id="{B95B58A5-E49A-BFD5-A5FF-F10EC6DC1E66}"/>
                </a:ext>
              </a:extLst>
            </p:cNvPr>
            <p:cNvSpPr/>
            <p:nvPr/>
          </p:nvSpPr>
          <p:spPr>
            <a:xfrm>
              <a:off x="1647687" y="4938899"/>
              <a:ext cx="3749588" cy="69958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sz="1000" b="1" dirty="0">
                  <a:latin typeface="Open Sans"/>
                </a:rPr>
                <a:t>ŷ = −10.78 + 0.386x</a:t>
              </a:r>
            </a:p>
          </p:txBody>
        </p:sp>
      </p:grpSp>
      <p:sp>
        <p:nvSpPr>
          <p:cNvPr id="336" name="Rounded Rectangle 335">
            <a:extLst>
              <a:ext uri="{FF2B5EF4-FFF2-40B4-BE49-F238E27FC236}">
                <a16:creationId xmlns:a16="http://schemas.microsoft.com/office/drawing/2014/main" id="{571D9C26-5A8E-E818-68D4-33F274AC155B}"/>
              </a:ext>
            </a:extLst>
          </p:cNvPr>
          <p:cNvSpPr/>
          <p:nvPr/>
        </p:nvSpPr>
        <p:spPr>
          <a:xfrm>
            <a:off x="6036948" y="572123"/>
            <a:ext cx="6138801" cy="1868567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2E6B75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Ways to measure typical error</a:t>
            </a:r>
          </a:p>
          <a:p>
            <a:r>
              <a:rPr lang="en-US" sz="1600" b="1" dirty="0">
                <a:solidFill>
                  <a:srgbClr val="203864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MAE (Mean Absolute Error) </a:t>
            </a:r>
          </a:p>
          <a:p>
            <a:r>
              <a:rPr lang="en-US" sz="1600" dirty="0">
                <a:solidFill>
                  <a:srgbClr val="203864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→ average size of errors </a:t>
            </a:r>
          </a:p>
          <a:p>
            <a:r>
              <a:rPr lang="en-US" sz="1600" dirty="0">
                <a:solidFill>
                  <a:srgbClr val="203864"/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→ treats all errors equally</a:t>
            </a:r>
            <a:endParaRPr lang="en-US" sz="1600" b="1" dirty="0">
              <a:solidFill>
                <a:srgbClr val="203864"/>
              </a:solidFill>
              <a:latin typeface="Calibri" panose="020F0502020204030204" pitchFamily="34" charset="0"/>
              <a:ea typeface="Montserrat" pitchFamily="34" charset="-122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RSE (Residual Standard Error). What is actually used in regression.</a:t>
            </a:r>
          </a:p>
          <a:p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→ penalizes large errors more (recall: regression minimizes residual²)</a:t>
            </a:r>
          </a:p>
          <a:p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Montserrat" pitchFamily="34" charset="-122"/>
                <a:cs typeface="Calibri" panose="020F0502020204030204" pitchFamily="34" charset="0"/>
              </a:rPr>
              <a:t>→ connects to the normal curve → enables statistical tests</a:t>
            </a:r>
            <a:endParaRPr lang="en-US" sz="1600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2" name="Shape 20">
            <a:extLst>
              <a:ext uri="{FF2B5EF4-FFF2-40B4-BE49-F238E27FC236}">
                <a16:creationId xmlns:a16="http://schemas.microsoft.com/office/drawing/2014/main" id="{3D52FCF7-93F3-B1E4-5DE7-0AAFC23564CB}"/>
              </a:ext>
            </a:extLst>
          </p:cNvPr>
          <p:cNvSpPr/>
          <p:nvPr/>
        </p:nvSpPr>
        <p:spPr>
          <a:xfrm>
            <a:off x="378654" y="743300"/>
            <a:ext cx="5225441" cy="346116"/>
          </a:xfrm>
          <a:prstGeom prst="rect">
            <a:avLst/>
          </a:prstGeom>
          <a:ln w="57150">
            <a:solidFill>
              <a:srgbClr val="E419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12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0" animBg="1"/>
      <p:bldP spid="269" grpId="0" animBg="1"/>
      <p:bldP spid="13" grpId="0" uiExpand="1" build="allAtOnce" animBg="1"/>
      <p:bldP spid="189" grpId="0" animBg="1"/>
      <p:bldP spid="190" grpId="0"/>
      <p:bldP spid="191" grpId="0" animBg="1"/>
      <p:bldP spid="192" grpId="0"/>
      <p:bldP spid="240" grpId="0" animBg="1"/>
      <p:bldP spid="241" grpId="0"/>
      <p:bldP spid="242" grpId="0" animBg="1"/>
      <p:bldP spid="248" grpId="0"/>
      <p:bldP spid="249" grpId="0" animBg="1"/>
      <p:bldP spid="250" grpId="0"/>
      <p:bldP spid="251" grpId="0" animBg="1"/>
      <p:bldP spid="253" grpId="0" animBg="1"/>
      <p:bldP spid="254" grpId="0" animBg="1"/>
      <p:bldP spid="255" grpId="0" animBg="1"/>
      <p:bldP spid="256" grpId="0"/>
      <p:bldP spid="257" grpId="0" animBg="1"/>
      <p:bldP spid="258" grpId="0" animBg="1"/>
      <p:bldP spid="259" grpId="0" animBg="1"/>
      <p:bldP spid="260" grpId="0" animBg="1"/>
      <p:bldP spid="261" grpId="0"/>
      <p:bldP spid="262" grpId="0"/>
      <p:bldP spid="263" grpId="0" animBg="1"/>
      <p:bldP spid="264" grpId="0" animBg="1"/>
      <p:bldP spid="270" grpId="0" animBg="1"/>
      <p:bldP spid="33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79" y="274320"/>
            <a:ext cx="8000121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divide by n − 2, not n (raising the RSE)?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3589" y="1361746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3331E21-BEBC-4FC7-ACAF-5AB9665CFF51}"/>
              </a:ext>
            </a:extLst>
          </p:cNvPr>
          <p:cNvSpPr/>
          <p:nvPr/>
        </p:nvSpPr>
        <p:spPr>
          <a:xfrm>
            <a:off x="411480" y="900298"/>
            <a:ext cx="4011928" cy="2375297"/>
          </a:xfrm>
          <a:prstGeom prst="roundRect">
            <a:avLst>
              <a:gd name="adj" fmla="val 5520"/>
            </a:avLst>
          </a:prstGeom>
          <a:solidFill>
            <a:srgbClr val="F0F4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Two ways to think about it: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Sample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vs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population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noise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RSE: Using the sample to estimate population noise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2. You used up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two “degrees of freedom”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drawing the fitted line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D040348-9E62-8962-46FD-AECD34AA24A8}"/>
              </a:ext>
            </a:extLst>
          </p:cNvPr>
          <p:cNvGrpSpPr/>
          <p:nvPr/>
        </p:nvGrpSpPr>
        <p:grpSpPr>
          <a:xfrm>
            <a:off x="4507033" y="795983"/>
            <a:ext cx="3543850" cy="5300203"/>
            <a:chOff x="172720" y="863599"/>
            <a:chExt cx="3948113" cy="6102531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AB7185CD-41B8-407F-4268-67F46C2DDDF9}"/>
                </a:ext>
              </a:extLst>
            </p:cNvPr>
            <p:cNvSpPr/>
            <p:nvPr/>
          </p:nvSpPr>
          <p:spPr>
            <a:xfrm>
              <a:off x="172720" y="863600"/>
              <a:ext cx="3948113" cy="6102530"/>
            </a:xfrm>
            <a:prstGeom prst="roundRect">
              <a:avLst>
                <a:gd name="adj" fmla="val 1334"/>
              </a:avLst>
            </a:prstGeom>
            <a:solidFill>
              <a:srgbClr val="F2F7F7">
                <a:alpha val="70000"/>
              </a:srgb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160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F2F1443-9CD5-BCCC-6FBF-5358367824AA}"/>
                </a:ext>
              </a:extLst>
            </p:cNvPr>
            <p:cNvGrpSpPr/>
            <p:nvPr/>
          </p:nvGrpSpPr>
          <p:grpSpPr>
            <a:xfrm>
              <a:off x="690500" y="4289794"/>
              <a:ext cx="3115777" cy="2500481"/>
              <a:chOff x="921650" y="2915124"/>
              <a:chExt cx="4843741" cy="4311219"/>
            </a:xfrm>
          </p:grpSpPr>
          <p:sp>
            <p:nvSpPr>
              <p:cNvPr id="85" name="SourceBox">
                <a:extLst>
                  <a:ext uri="{FF2B5EF4-FFF2-40B4-BE49-F238E27FC236}">
                    <a16:creationId xmlns:a16="http://schemas.microsoft.com/office/drawing/2014/main" id="{289174DA-B134-F2F7-70B1-D24DFAF83BAE}"/>
                  </a:ext>
                </a:extLst>
              </p:cNvPr>
              <p:cNvSpPr/>
              <p:nvPr/>
            </p:nvSpPr>
            <p:spPr>
              <a:xfrm>
                <a:off x="921650" y="3043204"/>
                <a:ext cx="4843741" cy="4183139"/>
              </a:xfrm>
              <a:prstGeom prst="roundRect">
                <a:avLst>
                  <a:gd name="adj" fmla="val 4890"/>
                </a:avLst>
              </a:prstGeom>
              <a:solidFill>
                <a:srgbClr val="E8E8E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 sz="1600"/>
              </a:p>
            </p:txBody>
          </p:sp>
          <p:pic>
            <p:nvPicPr>
              <p:cNvPr id="86" name="Picture 85" descr="A baby sleeping in a white hat&#10;&#10;AI-generated content may be incorrect.">
                <a:extLst>
                  <a:ext uri="{FF2B5EF4-FFF2-40B4-BE49-F238E27FC236}">
                    <a16:creationId xmlns:a16="http://schemas.microsoft.com/office/drawing/2014/main" id="{4AE365E7-E201-C75C-7AE7-F05EE69B9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880" y="2915124"/>
                <a:ext cx="4503877" cy="421274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p:grpSp>
        <p:pic>
          <p:nvPicPr>
            <p:cNvPr id="83" name="Picture 82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907CE201-1C00-6CD9-A4AD-8E9E01833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39" r="2348"/>
            <a:stretch>
              <a:fillRect/>
            </a:stretch>
          </p:blipFill>
          <p:spPr>
            <a:xfrm>
              <a:off x="265883" y="1274796"/>
              <a:ext cx="3636884" cy="2863664"/>
            </a:xfrm>
            <a:prstGeom prst="rect">
              <a:avLst/>
            </a:prstGeom>
          </p:spPr>
        </p:pic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1EB6C011-81E3-8D39-34A5-8E9CF6ED6BEE}"/>
                </a:ext>
              </a:extLst>
            </p:cNvPr>
            <p:cNvSpPr/>
            <p:nvPr/>
          </p:nvSpPr>
          <p:spPr>
            <a:xfrm>
              <a:off x="223520" y="863599"/>
              <a:ext cx="1778000" cy="254000"/>
            </a:xfrm>
            <a:prstGeom prst="roundRect">
              <a:avLst/>
            </a:prstGeom>
            <a:solidFill>
              <a:srgbClr val="2E6B7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900" b="1">
                  <a:solidFill>
                    <a:srgbClr val="FFFFFF"/>
                  </a:solidFill>
                  <a:latin typeface="Montserrat"/>
                </a:rPr>
                <a:t>POPULATION DATA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B1B893D-16B9-0315-CADB-663D6154294D}"/>
              </a:ext>
            </a:extLst>
          </p:cNvPr>
          <p:cNvGrpSpPr/>
          <p:nvPr/>
        </p:nvGrpSpPr>
        <p:grpSpPr>
          <a:xfrm>
            <a:off x="8304300" y="1088083"/>
            <a:ext cx="3504058" cy="2667403"/>
            <a:chOff x="8367800" y="1088083"/>
            <a:chExt cx="3504058" cy="2667403"/>
          </a:xfrm>
        </p:grpSpPr>
        <p:sp>
          <p:nvSpPr>
            <p:cNvPr id="90" name="Shape 8">
              <a:extLst>
                <a:ext uri="{FF2B5EF4-FFF2-40B4-BE49-F238E27FC236}">
                  <a16:creationId xmlns:a16="http://schemas.microsoft.com/office/drawing/2014/main" id="{9EE53DBD-8292-5E74-8958-8C73BD16A6FD}"/>
                </a:ext>
              </a:extLst>
            </p:cNvPr>
            <p:cNvSpPr/>
            <p:nvPr/>
          </p:nvSpPr>
          <p:spPr>
            <a:xfrm>
              <a:off x="9196885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Shape 9">
              <a:extLst>
                <a:ext uri="{FF2B5EF4-FFF2-40B4-BE49-F238E27FC236}">
                  <a16:creationId xmlns:a16="http://schemas.microsoft.com/office/drawing/2014/main" id="{F7E878CA-AEB5-7DD7-45DB-BC69B70A3CEE}"/>
                </a:ext>
              </a:extLst>
            </p:cNvPr>
            <p:cNvSpPr/>
            <p:nvPr/>
          </p:nvSpPr>
          <p:spPr>
            <a:xfrm>
              <a:off x="9791323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2" name="Shape 10">
              <a:extLst>
                <a:ext uri="{FF2B5EF4-FFF2-40B4-BE49-F238E27FC236}">
                  <a16:creationId xmlns:a16="http://schemas.microsoft.com/office/drawing/2014/main" id="{B94D3820-EAAB-CAEB-6169-A071CB430121}"/>
                </a:ext>
              </a:extLst>
            </p:cNvPr>
            <p:cNvSpPr/>
            <p:nvPr/>
          </p:nvSpPr>
          <p:spPr>
            <a:xfrm>
              <a:off x="10385762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3" name="Shape 11">
              <a:extLst>
                <a:ext uri="{FF2B5EF4-FFF2-40B4-BE49-F238E27FC236}">
                  <a16:creationId xmlns:a16="http://schemas.microsoft.com/office/drawing/2014/main" id="{01C8BE91-B253-65BC-D00F-3D87BB2AD3FB}"/>
                </a:ext>
              </a:extLst>
            </p:cNvPr>
            <p:cNvSpPr/>
            <p:nvPr/>
          </p:nvSpPr>
          <p:spPr>
            <a:xfrm>
              <a:off x="10980201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4" name="Shape 12">
              <a:extLst>
                <a:ext uri="{FF2B5EF4-FFF2-40B4-BE49-F238E27FC236}">
                  <a16:creationId xmlns:a16="http://schemas.microsoft.com/office/drawing/2014/main" id="{2DF31026-C874-AE8C-BBE7-7C1A16DA604C}"/>
                </a:ext>
              </a:extLst>
            </p:cNvPr>
            <p:cNvSpPr/>
            <p:nvPr/>
          </p:nvSpPr>
          <p:spPr>
            <a:xfrm>
              <a:off x="11574638" y="1088083"/>
              <a:ext cx="0" cy="2280098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5" name="Shape 13">
              <a:extLst>
                <a:ext uri="{FF2B5EF4-FFF2-40B4-BE49-F238E27FC236}">
                  <a16:creationId xmlns:a16="http://schemas.microsoft.com/office/drawing/2014/main" id="{CA1A73A8-E1F1-B069-13D3-7C3E4991826A}"/>
                </a:ext>
              </a:extLst>
            </p:cNvPr>
            <p:cNvSpPr/>
            <p:nvPr/>
          </p:nvSpPr>
          <p:spPr>
            <a:xfrm>
              <a:off x="8899666" y="3368182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DEB602BC-5ECB-011D-6E88-618D7CEAB452}"/>
                </a:ext>
              </a:extLst>
            </p:cNvPr>
            <p:cNvSpPr/>
            <p:nvPr/>
          </p:nvSpPr>
          <p:spPr>
            <a:xfrm>
              <a:off x="8899666" y="2981725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7" name="Shape 15">
              <a:extLst>
                <a:ext uri="{FF2B5EF4-FFF2-40B4-BE49-F238E27FC236}">
                  <a16:creationId xmlns:a16="http://schemas.microsoft.com/office/drawing/2014/main" id="{47025A20-19FD-B631-0467-81AADA5B2F29}"/>
                </a:ext>
              </a:extLst>
            </p:cNvPr>
            <p:cNvSpPr/>
            <p:nvPr/>
          </p:nvSpPr>
          <p:spPr>
            <a:xfrm>
              <a:off x="8899666" y="2595267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8" name="Shape 16">
              <a:extLst>
                <a:ext uri="{FF2B5EF4-FFF2-40B4-BE49-F238E27FC236}">
                  <a16:creationId xmlns:a16="http://schemas.microsoft.com/office/drawing/2014/main" id="{78A40607-189D-6658-816D-0037C892C850}"/>
                </a:ext>
              </a:extLst>
            </p:cNvPr>
            <p:cNvSpPr/>
            <p:nvPr/>
          </p:nvSpPr>
          <p:spPr>
            <a:xfrm>
              <a:off x="8899666" y="2208810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9" name="Shape 17">
              <a:extLst>
                <a:ext uri="{FF2B5EF4-FFF2-40B4-BE49-F238E27FC236}">
                  <a16:creationId xmlns:a16="http://schemas.microsoft.com/office/drawing/2014/main" id="{833F3534-A375-D88C-3D47-9E794608E66F}"/>
                </a:ext>
              </a:extLst>
            </p:cNvPr>
            <p:cNvSpPr/>
            <p:nvPr/>
          </p:nvSpPr>
          <p:spPr>
            <a:xfrm>
              <a:off x="8899666" y="1822352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0" name="Shape 18">
              <a:extLst>
                <a:ext uri="{FF2B5EF4-FFF2-40B4-BE49-F238E27FC236}">
                  <a16:creationId xmlns:a16="http://schemas.microsoft.com/office/drawing/2014/main" id="{D6BD5121-C5A7-E45C-97EB-5F76340FAD66}"/>
                </a:ext>
              </a:extLst>
            </p:cNvPr>
            <p:cNvSpPr/>
            <p:nvPr/>
          </p:nvSpPr>
          <p:spPr>
            <a:xfrm>
              <a:off x="8899666" y="1435895"/>
              <a:ext cx="2972192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1" name="Shape 19">
              <a:extLst>
                <a:ext uri="{FF2B5EF4-FFF2-40B4-BE49-F238E27FC236}">
                  <a16:creationId xmlns:a16="http://schemas.microsoft.com/office/drawing/2014/main" id="{6362B62D-93E0-6D22-62B0-EC384B83766B}"/>
                </a:ext>
              </a:extLst>
            </p:cNvPr>
            <p:cNvSpPr/>
            <p:nvPr/>
          </p:nvSpPr>
          <p:spPr>
            <a:xfrm>
              <a:off x="8899666" y="3368182"/>
              <a:ext cx="2972192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2" name="Shape 20">
              <a:extLst>
                <a:ext uri="{FF2B5EF4-FFF2-40B4-BE49-F238E27FC236}">
                  <a16:creationId xmlns:a16="http://schemas.microsoft.com/office/drawing/2014/main" id="{67F5B77D-51D7-287F-211E-3CF686C397B0}"/>
                </a:ext>
              </a:extLst>
            </p:cNvPr>
            <p:cNvSpPr/>
            <p:nvPr/>
          </p:nvSpPr>
          <p:spPr>
            <a:xfrm>
              <a:off x="8899666" y="1088083"/>
              <a:ext cx="0" cy="228009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3" name="Shape 21">
              <a:extLst>
                <a:ext uri="{FF2B5EF4-FFF2-40B4-BE49-F238E27FC236}">
                  <a16:creationId xmlns:a16="http://schemas.microsoft.com/office/drawing/2014/main" id="{A265E899-8052-94F6-DE27-7F41118B11EE}"/>
                </a:ext>
              </a:extLst>
            </p:cNvPr>
            <p:cNvSpPr/>
            <p:nvPr/>
          </p:nvSpPr>
          <p:spPr>
            <a:xfrm>
              <a:off x="9196885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4" name="Text 22">
              <a:extLst>
                <a:ext uri="{FF2B5EF4-FFF2-40B4-BE49-F238E27FC236}">
                  <a16:creationId xmlns:a16="http://schemas.microsoft.com/office/drawing/2014/main" id="{824240B1-EEC7-A807-BF05-A59CD7DCC107}"/>
                </a:ext>
              </a:extLst>
            </p:cNvPr>
            <p:cNvSpPr/>
            <p:nvPr/>
          </p:nvSpPr>
          <p:spPr>
            <a:xfrm>
              <a:off x="8946595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700" dirty="0"/>
            </a:p>
          </p:txBody>
        </p:sp>
        <p:sp>
          <p:nvSpPr>
            <p:cNvPr id="105" name="Shape 23">
              <a:extLst>
                <a:ext uri="{FF2B5EF4-FFF2-40B4-BE49-F238E27FC236}">
                  <a16:creationId xmlns:a16="http://schemas.microsoft.com/office/drawing/2014/main" id="{FD8F9346-1E5E-9207-C0CA-333DEB491892}"/>
                </a:ext>
              </a:extLst>
            </p:cNvPr>
            <p:cNvSpPr/>
            <p:nvPr/>
          </p:nvSpPr>
          <p:spPr>
            <a:xfrm>
              <a:off x="9791323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Text 24">
              <a:extLst>
                <a:ext uri="{FF2B5EF4-FFF2-40B4-BE49-F238E27FC236}">
                  <a16:creationId xmlns:a16="http://schemas.microsoft.com/office/drawing/2014/main" id="{9B2CFA46-1867-1150-07AD-EF67339965D1}"/>
                </a:ext>
              </a:extLst>
            </p:cNvPr>
            <p:cNvSpPr/>
            <p:nvPr/>
          </p:nvSpPr>
          <p:spPr>
            <a:xfrm>
              <a:off x="9541034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700" dirty="0"/>
            </a:p>
          </p:txBody>
        </p:sp>
        <p:sp>
          <p:nvSpPr>
            <p:cNvPr id="107" name="Shape 25">
              <a:extLst>
                <a:ext uri="{FF2B5EF4-FFF2-40B4-BE49-F238E27FC236}">
                  <a16:creationId xmlns:a16="http://schemas.microsoft.com/office/drawing/2014/main" id="{A1C07F1C-30A3-9D07-02EA-71CF5A43DFB7}"/>
                </a:ext>
              </a:extLst>
            </p:cNvPr>
            <p:cNvSpPr/>
            <p:nvPr/>
          </p:nvSpPr>
          <p:spPr>
            <a:xfrm>
              <a:off x="10385762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8" name="Text 26">
              <a:extLst>
                <a:ext uri="{FF2B5EF4-FFF2-40B4-BE49-F238E27FC236}">
                  <a16:creationId xmlns:a16="http://schemas.microsoft.com/office/drawing/2014/main" id="{A674940B-961E-F84E-681E-BFA203357526}"/>
                </a:ext>
              </a:extLst>
            </p:cNvPr>
            <p:cNvSpPr/>
            <p:nvPr/>
          </p:nvSpPr>
          <p:spPr>
            <a:xfrm>
              <a:off x="10135472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700" dirty="0"/>
            </a:p>
          </p:txBody>
        </p:sp>
        <p:sp>
          <p:nvSpPr>
            <p:cNvPr id="109" name="Shape 27">
              <a:extLst>
                <a:ext uri="{FF2B5EF4-FFF2-40B4-BE49-F238E27FC236}">
                  <a16:creationId xmlns:a16="http://schemas.microsoft.com/office/drawing/2014/main" id="{9483258A-64A7-970F-7A7A-BB334EDEEE38}"/>
                </a:ext>
              </a:extLst>
            </p:cNvPr>
            <p:cNvSpPr/>
            <p:nvPr/>
          </p:nvSpPr>
          <p:spPr>
            <a:xfrm>
              <a:off x="10980201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0" name="Text 28">
              <a:extLst>
                <a:ext uri="{FF2B5EF4-FFF2-40B4-BE49-F238E27FC236}">
                  <a16:creationId xmlns:a16="http://schemas.microsoft.com/office/drawing/2014/main" id="{9BCEFBBD-A284-CD4F-FAFF-F72EF388E8B1}"/>
                </a:ext>
              </a:extLst>
            </p:cNvPr>
            <p:cNvSpPr/>
            <p:nvPr/>
          </p:nvSpPr>
          <p:spPr>
            <a:xfrm>
              <a:off x="10729911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700" dirty="0"/>
            </a:p>
          </p:txBody>
        </p:sp>
        <p:sp>
          <p:nvSpPr>
            <p:cNvPr id="111" name="Shape 29">
              <a:extLst>
                <a:ext uri="{FF2B5EF4-FFF2-40B4-BE49-F238E27FC236}">
                  <a16:creationId xmlns:a16="http://schemas.microsoft.com/office/drawing/2014/main" id="{15E98332-E51A-1718-E3C0-DAF1CCC1709F}"/>
                </a:ext>
              </a:extLst>
            </p:cNvPr>
            <p:cNvSpPr/>
            <p:nvPr/>
          </p:nvSpPr>
          <p:spPr>
            <a:xfrm>
              <a:off x="11574638" y="3368182"/>
              <a:ext cx="0" cy="43728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2" name="Text 30">
              <a:extLst>
                <a:ext uri="{FF2B5EF4-FFF2-40B4-BE49-F238E27FC236}">
                  <a16:creationId xmlns:a16="http://schemas.microsoft.com/office/drawing/2014/main" id="{A684944B-5E1A-E879-CAD8-B3684FA03202}"/>
                </a:ext>
              </a:extLst>
            </p:cNvPr>
            <p:cNvSpPr/>
            <p:nvPr/>
          </p:nvSpPr>
          <p:spPr>
            <a:xfrm>
              <a:off x="11324349" y="3430650"/>
              <a:ext cx="500579" cy="149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700" dirty="0"/>
            </a:p>
          </p:txBody>
        </p:sp>
        <p:sp>
          <p:nvSpPr>
            <p:cNvPr id="113" name="Shape 31">
              <a:extLst>
                <a:ext uri="{FF2B5EF4-FFF2-40B4-BE49-F238E27FC236}">
                  <a16:creationId xmlns:a16="http://schemas.microsoft.com/office/drawing/2014/main" id="{743D2EAC-41CB-E8C3-BFE6-F9F94F961B70}"/>
                </a:ext>
              </a:extLst>
            </p:cNvPr>
            <p:cNvSpPr/>
            <p:nvPr/>
          </p:nvSpPr>
          <p:spPr>
            <a:xfrm>
              <a:off x="8855865" y="3368182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4" name="Text 32">
              <a:extLst>
                <a:ext uri="{FF2B5EF4-FFF2-40B4-BE49-F238E27FC236}">
                  <a16:creationId xmlns:a16="http://schemas.microsoft.com/office/drawing/2014/main" id="{2EDCEB38-BF8B-5CEB-FABE-C5F0C78BEC8D}"/>
                </a:ext>
              </a:extLst>
            </p:cNvPr>
            <p:cNvSpPr/>
            <p:nvPr/>
          </p:nvSpPr>
          <p:spPr>
            <a:xfrm>
              <a:off x="8367800" y="3286973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700" dirty="0"/>
            </a:p>
          </p:txBody>
        </p:sp>
        <p:sp>
          <p:nvSpPr>
            <p:cNvPr id="115" name="Shape 33">
              <a:extLst>
                <a:ext uri="{FF2B5EF4-FFF2-40B4-BE49-F238E27FC236}">
                  <a16:creationId xmlns:a16="http://schemas.microsoft.com/office/drawing/2014/main" id="{BA7992C1-E04B-27EA-226D-5E90C4EE20F9}"/>
                </a:ext>
              </a:extLst>
            </p:cNvPr>
            <p:cNvSpPr/>
            <p:nvPr/>
          </p:nvSpPr>
          <p:spPr>
            <a:xfrm>
              <a:off x="8855865" y="2981725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6" name="Text 34">
              <a:extLst>
                <a:ext uri="{FF2B5EF4-FFF2-40B4-BE49-F238E27FC236}">
                  <a16:creationId xmlns:a16="http://schemas.microsoft.com/office/drawing/2014/main" id="{B43BE7BA-CA36-E4DD-38F1-97E27162EB4C}"/>
                </a:ext>
              </a:extLst>
            </p:cNvPr>
            <p:cNvSpPr/>
            <p:nvPr/>
          </p:nvSpPr>
          <p:spPr>
            <a:xfrm>
              <a:off x="8367800" y="2900515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700" dirty="0"/>
            </a:p>
          </p:txBody>
        </p:sp>
        <p:sp>
          <p:nvSpPr>
            <p:cNvPr id="117" name="Shape 35">
              <a:extLst>
                <a:ext uri="{FF2B5EF4-FFF2-40B4-BE49-F238E27FC236}">
                  <a16:creationId xmlns:a16="http://schemas.microsoft.com/office/drawing/2014/main" id="{6EBF033D-54B4-3357-9BDF-8D24589D6579}"/>
                </a:ext>
              </a:extLst>
            </p:cNvPr>
            <p:cNvSpPr/>
            <p:nvPr/>
          </p:nvSpPr>
          <p:spPr>
            <a:xfrm>
              <a:off x="8855865" y="2595267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8" name="Text 36">
              <a:extLst>
                <a:ext uri="{FF2B5EF4-FFF2-40B4-BE49-F238E27FC236}">
                  <a16:creationId xmlns:a16="http://schemas.microsoft.com/office/drawing/2014/main" id="{9047B5E0-67FF-238C-1BE9-71A358D7F645}"/>
                </a:ext>
              </a:extLst>
            </p:cNvPr>
            <p:cNvSpPr/>
            <p:nvPr/>
          </p:nvSpPr>
          <p:spPr>
            <a:xfrm>
              <a:off x="8367800" y="2514058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700" dirty="0"/>
            </a:p>
          </p:txBody>
        </p:sp>
        <p:sp>
          <p:nvSpPr>
            <p:cNvPr id="119" name="Shape 37">
              <a:extLst>
                <a:ext uri="{FF2B5EF4-FFF2-40B4-BE49-F238E27FC236}">
                  <a16:creationId xmlns:a16="http://schemas.microsoft.com/office/drawing/2014/main" id="{539C6753-E424-FFC6-C53A-87B8E2D435D7}"/>
                </a:ext>
              </a:extLst>
            </p:cNvPr>
            <p:cNvSpPr/>
            <p:nvPr/>
          </p:nvSpPr>
          <p:spPr>
            <a:xfrm>
              <a:off x="8855865" y="2208810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0" name="Text 38">
              <a:extLst>
                <a:ext uri="{FF2B5EF4-FFF2-40B4-BE49-F238E27FC236}">
                  <a16:creationId xmlns:a16="http://schemas.microsoft.com/office/drawing/2014/main" id="{B2F830E4-84C4-9F7E-7582-8EC07C1C96CD}"/>
                </a:ext>
              </a:extLst>
            </p:cNvPr>
            <p:cNvSpPr/>
            <p:nvPr/>
          </p:nvSpPr>
          <p:spPr>
            <a:xfrm>
              <a:off x="8367800" y="2127601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700" dirty="0"/>
            </a:p>
          </p:txBody>
        </p:sp>
        <p:sp>
          <p:nvSpPr>
            <p:cNvPr id="121" name="Shape 39">
              <a:extLst>
                <a:ext uri="{FF2B5EF4-FFF2-40B4-BE49-F238E27FC236}">
                  <a16:creationId xmlns:a16="http://schemas.microsoft.com/office/drawing/2014/main" id="{36F8EBC8-E082-DD02-B047-1B75E4E768EA}"/>
                </a:ext>
              </a:extLst>
            </p:cNvPr>
            <p:cNvSpPr/>
            <p:nvPr/>
          </p:nvSpPr>
          <p:spPr>
            <a:xfrm>
              <a:off x="8855865" y="1822352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2" name="Text 40">
              <a:extLst>
                <a:ext uri="{FF2B5EF4-FFF2-40B4-BE49-F238E27FC236}">
                  <a16:creationId xmlns:a16="http://schemas.microsoft.com/office/drawing/2014/main" id="{38DD753F-187E-8DF8-8B38-F8147B67636C}"/>
                </a:ext>
              </a:extLst>
            </p:cNvPr>
            <p:cNvSpPr/>
            <p:nvPr/>
          </p:nvSpPr>
          <p:spPr>
            <a:xfrm>
              <a:off x="8367800" y="1741143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700" dirty="0"/>
            </a:p>
          </p:txBody>
        </p:sp>
        <p:sp>
          <p:nvSpPr>
            <p:cNvPr id="123" name="Shape 41">
              <a:extLst>
                <a:ext uri="{FF2B5EF4-FFF2-40B4-BE49-F238E27FC236}">
                  <a16:creationId xmlns:a16="http://schemas.microsoft.com/office/drawing/2014/main" id="{85D56D87-8B8B-8167-0664-040BEFEDBA87}"/>
                </a:ext>
              </a:extLst>
            </p:cNvPr>
            <p:cNvSpPr/>
            <p:nvPr/>
          </p:nvSpPr>
          <p:spPr>
            <a:xfrm>
              <a:off x="8855865" y="1435895"/>
              <a:ext cx="43800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4" name="Text 42">
              <a:extLst>
                <a:ext uri="{FF2B5EF4-FFF2-40B4-BE49-F238E27FC236}">
                  <a16:creationId xmlns:a16="http://schemas.microsoft.com/office/drawing/2014/main" id="{81AAAF45-DE4D-E0D1-5AD0-949777D445E8}"/>
                </a:ext>
              </a:extLst>
            </p:cNvPr>
            <p:cNvSpPr/>
            <p:nvPr/>
          </p:nvSpPr>
          <p:spPr>
            <a:xfrm>
              <a:off x="8367800" y="1354686"/>
              <a:ext cx="469293" cy="162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700" dirty="0"/>
            </a:p>
          </p:txBody>
        </p:sp>
        <p:sp>
          <p:nvSpPr>
            <p:cNvPr id="125" name="Text 43">
              <a:extLst>
                <a:ext uri="{FF2B5EF4-FFF2-40B4-BE49-F238E27FC236}">
                  <a16:creationId xmlns:a16="http://schemas.microsoft.com/office/drawing/2014/main" id="{334EC06B-1881-2425-4B8E-285990CA31A9}"/>
                </a:ext>
              </a:extLst>
            </p:cNvPr>
            <p:cNvSpPr/>
            <p:nvPr/>
          </p:nvSpPr>
          <p:spPr>
            <a:xfrm>
              <a:off x="8899666" y="3568081"/>
              <a:ext cx="2972192" cy="1874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100" dirty="0"/>
            </a:p>
          </p:txBody>
        </p:sp>
        <p:sp>
          <p:nvSpPr>
            <p:cNvPr id="126" name="Text 44">
              <a:extLst>
                <a:ext uri="{FF2B5EF4-FFF2-40B4-BE49-F238E27FC236}">
                  <a16:creationId xmlns:a16="http://schemas.microsoft.com/office/drawing/2014/main" id="{5BD4A2CE-1D51-2CF9-15AD-8D8B1841607D}"/>
                </a:ext>
              </a:extLst>
            </p:cNvPr>
            <p:cNvSpPr/>
            <p:nvPr/>
          </p:nvSpPr>
          <p:spPr>
            <a:xfrm rot="16200000">
              <a:off x="8024484" y="2115502"/>
              <a:ext cx="999495" cy="2252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100" dirty="0"/>
            </a:p>
          </p:txBody>
        </p:sp>
      </p:grpSp>
      <p:sp>
        <p:nvSpPr>
          <p:cNvPr id="127" name="Shape 45">
            <a:extLst>
              <a:ext uri="{FF2B5EF4-FFF2-40B4-BE49-F238E27FC236}">
                <a16:creationId xmlns:a16="http://schemas.microsoft.com/office/drawing/2014/main" id="{35C600AE-A365-E2C5-D99F-CEF5737948E5}"/>
              </a:ext>
            </a:extLst>
          </p:cNvPr>
          <p:cNvSpPr/>
          <p:nvPr/>
        </p:nvSpPr>
        <p:spPr>
          <a:xfrm flipV="1">
            <a:off x="9133384" y="2188018"/>
            <a:ext cx="1777610" cy="680295"/>
          </a:xfrm>
          <a:prstGeom prst="line">
            <a:avLst/>
          </a:prstGeom>
          <a:noFill/>
          <a:ln w="38100">
            <a:solidFill>
              <a:srgbClr val="2E3640"/>
            </a:solidFill>
            <a:prstDash val="solid"/>
          </a:ln>
        </p:spPr>
        <p:txBody>
          <a:bodyPr/>
          <a:lstStyle/>
          <a:p>
            <a:endParaRPr lang="en-US" sz="1200" dirty="0"/>
          </a:p>
        </p:txBody>
      </p:sp>
      <p:sp>
        <p:nvSpPr>
          <p:cNvPr id="130" name="Shape 48">
            <a:extLst>
              <a:ext uri="{FF2B5EF4-FFF2-40B4-BE49-F238E27FC236}">
                <a16:creationId xmlns:a16="http://schemas.microsoft.com/office/drawing/2014/main" id="{0C29C955-BC82-1D4A-29E3-F139E2BA6740}"/>
              </a:ext>
            </a:extLst>
          </p:cNvPr>
          <p:cNvSpPr/>
          <p:nvPr/>
        </p:nvSpPr>
        <p:spPr>
          <a:xfrm>
            <a:off x="9064555" y="2796299"/>
            <a:ext cx="137660" cy="137430"/>
          </a:xfrm>
          <a:prstGeom prst="ellipse">
            <a:avLst/>
          </a:prstGeom>
          <a:solidFill>
            <a:srgbClr val="377EB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4" name="Shape 52">
            <a:extLst>
              <a:ext uri="{FF2B5EF4-FFF2-40B4-BE49-F238E27FC236}">
                <a16:creationId xmlns:a16="http://schemas.microsoft.com/office/drawing/2014/main" id="{EA55A872-58E6-D3A8-C782-B5480B90575E}"/>
              </a:ext>
            </a:extLst>
          </p:cNvPr>
          <p:cNvSpPr/>
          <p:nvPr/>
        </p:nvSpPr>
        <p:spPr>
          <a:xfrm>
            <a:off x="9934312" y="2079968"/>
            <a:ext cx="137660" cy="137430"/>
          </a:xfrm>
          <a:prstGeom prst="ellipse">
            <a:avLst/>
          </a:prstGeom>
          <a:solidFill>
            <a:srgbClr val="984EA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6" name="Shape 54">
            <a:extLst>
              <a:ext uri="{FF2B5EF4-FFF2-40B4-BE49-F238E27FC236}">
                <a16:creationId xmlns:a16="http://schemas.microsoft.com/office/drawing/2014/main" id="{B438E2C0-2FCE-789C-E7DC-676ECFFBFB8F}"/>
              </a:ext>
            </a:extLst>
          </p:cNvPr>
          <p:cNvSpPr/>
          <p:nvPr/>
        </p:nvSpPr>
        <p:spPr>
          <a:xfrm>
            <a:off x="10847871" y="2116134"/>
            <a:ext cx="137660" cy="137430"/>
          </a:xfrm>
          <a:prstGeom prst="ellipse">
            <a:avLst/>
          </a:prstGeom>
          <a:solidFill>
            <a:srgbClr val="FF7F0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EECA219-5B15-37F8-71BE-CD2B2C59759D}"/>
              </a:ext>
            </a:extLst>
          </p:cNvPr>
          <p:cNvSpPr txBox="1"/>
          <p:nvPr/>
        </p:nvSpPr>
        <p:spPr>
          <a:xfrm>
            <a:off x="8096034" y="3989688"/>
            <a:ext cx="4134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 fit a line for bivariate regression (1 predictor)</a:t>
            </a:r>
          </a:p>
          <a:p>
            <a:r>
              <a:rPr lang="en-US" sz="1600" b="1" dirty="0"/>
              <a:t>• n = 1: </a:t>
            </a:r>
          </a:p>
          <a:p>
            <a:r>
              <a:rPr lang="en-US" sz="1600" dirty="0"/>
              <a:t>   Can't fit a line</a:t>
            </a:r>
          </a:p>
          <a:p>
            <a:r>
              <a:rPr lang="en-US" sz="1600" b="1" dirty="0"/>
              <a:t>• n = 2: </a:t>
            </a:r>
          </a:p>
          <a:p>
            <a:r>
              <a:rPr lang="en-US" sz="1600" dirty="0"/>
              <a:t>   Residuals are 0 by definition </a:t>
            </a:r>
          </a:p>
          <a:p>
            <a:r>
              <a:rPr lang="en-US" sz="1600" dirty="0"/>
              <a:t>  (not because there's no real error!)</a:t>
            </a:r>
          </a:p>
          <a:p>
            <a:r>
              <a:rPr lang="en-US" sz="1600" b="1" dirty="0"/>
              <a:t>• n = 3: </a:t>
            </a:r>
          </a:p>
          <a:p>
            <a:r>
              <a:rPr lang="en-US" sz="1600" dirty="0"/>
              <a:t>  We really have only one “free” residual</a:t>
            </a:r>
          </a:p>
          <a:p>
            <a:r>
              <a:rPr lang="en-US" sz="1600" dirty="0"/>
              <a:t>  Dividing by 3 underestimates the error</a:t>
            </a:r>
          </a:p>
        </p:txBody>
      </p:sp>
      <p:sp>
        <p:nvSpPr>
          <p:cNvPr id="153" name="Shape 45">
            <a:extLst>
              <a:ext uri="{FF2B5EF4-FFF2-40B4-BE49-F238E27FC236}">
                <a16:creationId xmlns:a16="http://schemas.microsoft.com/office/drawing/2014/main" id="{D8FB8354-30C8-1D30-1449-76CC4400C70E}"/>
              </a:ext>
            </a:extLst>
          </p:cNvPr>
          <p:cNvSpPr/>
          <p:nvPr/>
        </p:nvSpPr>
        <p:spPr>
          <a:xfrm flipV="1">
            <a:off x="9041104" y="1959784"/>
            <a:ext cx="1891220" cy="808687"/>
          </a:xfrm>
          <a:prstGeom prst="line">
            <a:avLst/>
          </a:prstGeom>
          <a:noFill/>
          <a:ln w="38100">
            <a:solidFill>
              <a:srgbClr val="2E3640"/>
            </a:solidFill>
            <a:prstDash val="sysDot"/>
          </a:ln>
        </p:spPr>
        <p:txBody>
          <a:bodyPr/>
          <a:lstStyle/>
          <a:p>
            <a:endParaRPr lang="en-US" sz="1200" dirty="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38E5C5B-29BD-2094-0A92-646E5EB0174A}"/>
              </a:ext>
            </a:extLst>
          </p:cNvPr>
          <p:cNvGrpSpPr/>
          <p:nvPr/>
        </p:nvGrpSpPr>
        <p:grpSpPr>
          <a:xfrm>
            <a:off x="572662" y="4079574"/>
            <a:ext cx="3302743" cy="2506602"/>
            <a:chOff x="550267" y="2884014"/>
            <a:chExt cx="4939872" cy="3749094"/>
          </a:xfrm>
        </p:grpSpPr>
        <p:sp>
          <p:nvSpPr>
            <p:cNvPr id="155" name="Shape 48">
              <a:extLst>
                <a:ext uri="{FF2B5EF4-FFF2-40B4-BE49-F238E27FC236}">
                  <a16:creationId xmlns:a16="http://schemas.microsoft.com/office/drawing/2014/main" id="{6A61788F-2418-B6E3-6337-B2FB61CADD5A}"/>
                </a:ext>
              </a:extLst>
            </p:cNvPr>
            <p:cNvSpPr/>
            <p:nvPr/>
          </p:nvSpPr>
          <p:spPr>
            <a:xfrm flipH="1">
              <a:off x="4887759" y="3814478"/>
              <a:ext cx="0" cy="490215"/>
            </a:xfrm>
            <a:prstGeom prst="line">
              <a:avLst/>
            </a:prstGeom>
            <a:noFill/>
            <a:ln w="38100">
              <a:solidFill>
                <a:srgbClr val="F881C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156" name="Shape 8">
              <a:extLst>
                <a:ext uri="{FF2B5EF4-FFF2-40B4-BE49-F238E27FC236}">
                  <a16:creationId xmlns:a16="http://schemas.microsoft.com/office/drawing/2014/main" id="{8D02B37D-933D-2A92-ADE0-0100A3323BFC}"/>
                </a:ext>
              </a:extLst>
            </p:cNvPr>
            <p:cNvSpPr/>
            <p:nvPr/>
          </p:nvSpPr>
          <p:spPr>
            <a:xfrm>
              <a:off x="16662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7" name="Shape 9">
              <a:extLst>
                <a:ext uri="{FF2B5EF4-FFF2-40B4-BE49-F238E27FC236}">
                  <a16:creationId xmlns:a16="http://schemas.microsoft.com/office/drawing/2014/main" id="{3B9E4BE3-AD0D-9826-84C7-510247F28166}"/>
                </a:ext>
              </a:extLst>
            </p:cNvPr>
            <p:cNvSpPr/>
            <p:nvPr/>
          </p:nvSpPr>
          <p:spPr>
            <a:xfrm>
              <a:off x="24664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8" name="Shape 10">
              <a:extLst>
                <a:ext uri="{FF2B5EF4-FFF2-40B4-BE49-F238E27FC236}">
                  <a16:creationId xmlns:a16="http://schemas.microsoft.com/office/drawing/2014/main" id="{27351452-1941-3EDF-7DE4-BAEF1F184BF9}"/>
                </a:ext>
              </a:extLst>
            </p:cNvPr>
            <p:cNvSpPr/>
            <p:nvPr/>
          </p:nvSpPr>
          <p:spPr>
            <a:xfrm>
              <a:off x="326656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9" name="Shape 11">
              <a:extLst>
                <a:ext uri="{FF2B5EF4-FFF2-40B4-BE49-F238E27FC236}">
                  <a16:creationId xmlns:a16="http://schemas.microsoft.com/office/drawing/2014/main" id="{88C95C06-D195-51A4-33B3-91C6E97D51A0}"/>
                </a:ext>
              </a:extLst>
            </p:cNvPr>
            <p:cNvSpPr/>
            <p:nvPr/>
          </p:nvSpPr>
          <p:spPr>
            <a:xfrm>
              <a:off x="4066715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0" name="Shape 12">
              <a:extLst>
                <a:ext uri="{FF2B5EF4-FFF2-40B4-BE49-F238E27FC236}">
                  <a16:creationId xmlns:a16="http://schemas.microsoft.com/office/drawing/2014/main" id="{964588F1-E5DA-FE29-2861-DFF3CC9FECF0}"/>
                </a:ext>
              </a:extLst>
            </p:cNvPr>
            <p:cNvSpPr/>
            <p:nvPr/>
          </p:nvSpPr>
          <p:spPr>
            <a:xfrm>
              <a:off x="4866864" y="2909348"/>
              <a:ext cx="0" cy="3183073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1" name="Shape 13">
              <a:extLst>
                <a:ext uri="{FF2B5EF4-FFF2-40B4-BE49-F238E27FC236}">
                  <a16:creationId xmlns:a16="http://schemas.microsoft.com/office/drawing/2014/main" id="{BB578F2E-338E-6EF4-14F2-178D748B20AD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2" name="Shape 14">
              <a:extLst>
                <a:ext uri="{FF2B5EF4-FFF2-40B4-BE49-F238E27FC236}">
                  <a16:creationId xmlns:a16="http://schemas.microsoft.com/office/drawing/2014/main" id="{49F92308-B8DF-7924-C548-E6635C23B266}"/>
                </a:ext>
              </a:extLst>
            </p:cNvPr>
            <p:cNvSpPr/>
            <p:nvPr/>
          </p:nvSpPr>
          <p:spPr>
            <a:xfrm>
              <a:off x="1266190" y="5552918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3" name="Shape 15">
              <a:extLst>
                <a:ext uri="{FF2B5EF4-FFF2-40B4-BE49-F238E27FC236}">
                  <a16:creationId xmlns:a16="http://schemas.microsoft.com/office/drawing/2014/main" id="{18824D17-795E-7A28-09A3-BD45107D43C4}"/>
                </a:ext>
              </a:extLst>
            </p:cNvPr>
            <p:cNvSpPr/>
            <p:nvPr/>
          </p:nvSpPr>
          <p:spPr>
            <a:xfrm>
              <a:off x="1266190" y="5013414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4" name="Shape 16">
              <a:extLst>
                <a:ext uri="{FF2B5EF4-FFF2-40B4-BE49-F238E27FC236}">
                  <a16:creationId xmlns:a16="http://schemas.microsoft.com/office/drawing/2014/main" id="{B0A8F8C8-0688-8B9E-301E-E45D488EE3F5}"/>
                </a:ext>
              </a:extLst>
            </p:cNvPr>
            <p:cNvSpPr/>
            <p:nvPr/>
          </p:nvSpPr>
          <p:spPr>
            <a:xfrm>
              <a:off x="1266190" y="4473910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5" name="Shape 17">
              <a:extLst>
                <a:ext uri="{FF2B5EF4-FFF2-40B4-BE49-F238E27FC236}">
                  <a16:creationId xmlns:a16="http://schemas.microsoft.com/office/drawing/2014/main" id="{CA86E5BA-59C5-0E2A-F4D8-55E0AC3AB0CC}"/>
                </a:ext>
              </a:extLst>
            </p:cNvPr>
            <p:cNvSpPr/>
            <p:nvPr/>
          </p:nvSpPr>
          <p:spPr>
            <a:xfrm>
              <a:off x="1266190" y="3934405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6" name="Shape 18">
              <a:extLst>
                <a:ext uri="{FF2B5EF4-FFF2-40B4-BE49-F238E27FC236}">
                  <a16:creationId xmlns:a16="http://schemas.microsoft.com/office/drawing/2014/main" id="{C4D8784A-DF44-707A-F37A-C3C99DB53C32}"/>
                </a:ext>
              </a:extLst>
            </p:cNvPr>
            <p:cNvSpPr/>
            <p:nvPr/>
          </p:nvSpPr>
          <p:spPr>
            <a:xfrm>
              <a:off x="1266190" y="3394902"/>
              <a:ext cx="4000749" cy="0"/>
            </a:xfrm>
            <a:prstGeom prst="line">
              <a:avLst/>
            </a:prstGeom>
            <a:noFill/>
            <a:ln w="6350">
              <a:solidFill>
                <a:srgbClr val="F0F0F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7" name="Shape 19">
              <a:extLst>
                <a:ext uri="{FF2B5EF4-FFF2-40B4-BE49-F238E27FC236}">
                  <a16:creationId xmlns:a16="http://schemas.microsoft.com/office/drawing/2014/main" id="{D44D6CFA-14C9-4164-5F26-898532F30FD5}"/>
                </a:ext>
              </a:extLst>
            </p:cNvPr>
            <p:cNvSpPr/>
            <p:nvPr/>
          </p:nvSpPr>
          <p:spPr>
            <a:xfrm>
              <a:off x="1266190" y="6092422"/>
              <a:ext cx="4000749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8" name="Shape 20">
              <a:extLst>
                <a:ext uri="{FF2B5EF4-FFF2-40B4-BE49-F238E27FC236}">
                  <a16:creationId xmlns:a16="http://schemas.microsoft.com/office/drawing/2014/main" id="{B55EB886-D014-3E3E-E0F8-1A4EA4096C29}"/>
                </a:ext>
              </a:extLst>
            </p:cNvPr>
            <p:cNvSpPr/>
            <p:nvPr/>
          </p:nvSpPr>
          <p:spPr>
            <a:xfrm>
              <a:off x="1266190" y="2909348"/>
              <a:ext cx="0" cy="3183073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9" name="Shape 21">
              <a:extLst>
                <a:ext uri="{FF2B5EF4-FFF2-40B4-BE49-F238E27FC236}">
                  <a16:creationId xmlns:a16="http://schemas.microsoft.com/office/drawing/2014/main" id="{44ED9D0E-9520-7360-E2F4-CC79F8CEDFE3}"/>
                </a:ext>
              </a:extLst>
            </p:cNvPr>
            <p:cNvSpPr/>
            <p:nvPr/>
          </p:nvSpPr>
          <p:spPr>
            <a:xfrm>
              <a:off x="16662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0" name="Text 22">
              <a:extLst>
                <a:ext uri="{FF2B5EF4-FFF2-40B4-BE49-F238E27FC236}">
                  <a16:creationId xmlns:a16="http://schemas.microsoft.com/office/drawing/2014/main" id="{D30D6F65-1095-F782-A472-281E59C7F16E}"/>
                </a:ext>
              </a:extLst>
            </p:cNvPr>
            <p:cNvSpPr/>
            <p:nvPr/>
          </p:nvSpPr>
          <p:spPr>
            <a:xfrm>
              <a:off x="13293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32</a:t>
              </a:r>
              <a:endParaRPr lang="en-US" sz="500" dirty="0"/>
            </a:p>
          </p:txBody>
        </p:sp>
        <p:sp>
          <p:nvSpPr>
            <p:cNvPr id="171" name="Shape 23">
              <a:extLst>
                <a:ext uri="{FF2B5EF4-FFF2-40B4-BE49-F238E27FC236}">
                  <a16:creationId xmlns:a16="http://schemas.microsoft.com/office/drawing/2014/main" id="{C6B7F881-C071-BE9C-5EFB-D5B59BA41293}"/>
                </a:ext>
              </a:extLst>
            </p:cNvPr>
            <p:cNvSpPr/>
            <p:nvPr/>
          </p:nvSpPr>
          <p:spPr>
            <a:xfrm>
              <a:off x="24664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2" name="Text 24">
              <a:extLst>
                <a:ext uri="{FF2B5EF4-FFF2-40B4-BE49-F238E27FC236}">
                  <a16:creationId xmlns:a16="http://schemas.microsoft.com/office/drawing/2014/main" id="{4579DA52-2B16-8398-F62C-5DEAC2BFCCE2}"/>
                </a:ext>
              </a:extLst>
            </p:cNvPr>
            <p:cNvSpPr/>
            <p:nvPr/>
          </p:nvSpPr>
          <p:spPr>
            <a:xfrm>
              <a:off x="21295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33</a:t>
              </a:r>
              <a:endParaRPr lang="en-US" sz="500" dirty="0"/>
            </a:p>
          </p:txBody>
        </p:sp>
        <p:sp>
          <p:nvSpPr>
            <p:cNvPr id="173" name="Shape 25">
              <a:extLst>
                <a:ext uri="{FF2B5EF4-FFF2-40B4-BE49-F238E27FC236}">
                  <a16:creationId xmlns:a16="http://schemas.microsoft.com/office/drawing/2014/main" id="{5E5573EA-1BC6-7631-7D6E-834912D4A9A8}"/>
                </a:ext>
              </a:extLst>
            </p:cNvPr>
            <p:cNvSpPr/>
            <p:nvPr/>
          </p:nvSpPr>
          <p:spPr>
            <a:xfrm>
              <a:off x="326656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4" name="Text 26">
              <a:extLst>
                <a:ext uri="{FF2B5EF4-FFF2-40B4-BE49-F238E27FC236}">
                  <a16:creationId xmlns:a16="http://schemas.microsoft.com/office/drawing/2014/main" id="{00841C9A-7220-C4D2-AC93-081A3E03E95A}"/>
                </a:ext>
              </a:extLst>
            </p:cNvPr>
            <p:cNvSpPr/>
            <p:nvPr/>
          </p:nvSpPr>
          <p:spPr>
            <a:xfrm>
              <a:off x="292966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34</a:t>
              </a:r>
              <a:endParaRPr lang="en-US" sz="500" dirty="0"/>
            </a:p>
          </p:txBody>
        </p:sp>
        <p:sp>
          <p:nvSpPr>
            <p:cNvPr id="175" name="Shape 27">
              <a:extLst>
                <a:ext uri="{FF2B5EF4-FFF2-40B4-BE49-F238E27FC236}">
                  <a16:creationId xmlns:a16="http://schemas.microsoft.com/office/drawing/2014/main" id="{D490AF52-317C-6DF3-1A3D-0572ED348987}"/>
                </a:ext>
              </a:extLst>
            </p:cNvPr>
            <p:cNvSpPr/>
            <p:nvPr/>
          </p:nvSpPr>
          <p:spPr>
            <a:xfrm>
              <a:off x="4066715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6" name="Text 28">
              <a:extLst>
                <a:ext uri="{FF2B5EF4-FFF2-40B4-BE49-F238E27FC236}">
                  <a16:creationId xmlns:a16="http://schemas.microsoft.com/office/drawing/2014/main" id="{5C18BA72-E77D-B78C-6B14-AD6B16171658}"/>
                </a:ext>
              </a:extLst>
            </p:cNvPr>
            <p:cNvSpPr/>
            <p:nvPr/>
          </p:nvSpPr>
          <p:spPr>
            <a:xfrm>
              <a:off x="3729810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35</a:t>
              </a:r>
              <a:endParaRPr lang="en-US" sz="500" dirty="0"/>
            </a:p>
          </p:txBody>
        </p:sp>
        <p:sp>
          <p:nvSpPr>
            <p:cNvPr id="177" name="Shape 29">
              <a:extLst>
                <a:ext uri="{FF2B5EF4-FFF2-40B4-BE49-F238E27FC236}">
                  <a16:creationId xmlns:a16="http://schemas.microsoft.com/office/drawing/2014/main" id="{789CDD9C-D637-2DA3-B94C-0BE2F151D38D}"/>
                </a:ext>
              </a:extLst>
            </p:cNvPr>
            <p:cNvSpPr/>
            <p:nvPr/>
          </p:nvSpPr>
          <p:spPr>
            <a:xfrm>
              <a:off x="4866864" y="6092422"/>
              <a:ext cx="0" cy="61045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8" name="Text 30">
              <a:extLst>
                <a:ext uri="{FF2B5EF4-FFF2-40B4-BE49-F238E27FC236}">
                  <a16:creationId xmlns:a16="http://schemas.microsoft.com/office/drawing/2014/main" id="{33EF0F7C-93A3-AA59-C185-2C2E9A6FB683}"/>
                </a:ext>
              </a:extLst>
            </p:cNvPr>
            <p:cNvSpPr/>
            <p:nvPr/>
          </p:nvSpPr>
          <p:spPr>
            <a:xfrm>
              <a:off x="4529959" y="6179629"/>
              <a:ext cx="673810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36</a:t>
              </a:r>
              <a:endParaRPr lang="en-US" sz="500" dirty="0"/>
            </a:p>
          </p:txBody>
        </p:sp>
        <p:sp>
          <p:nvSpPr>
            <p:cNvPr id="179" name="Shape 31">
              <a:extLst>
                <a:ext uri="{FF2B5EF4-FFF2-40B4-BE49-F238E27FC236}">
                  <a16:creationId xmlns:a16="http://schemas.microsoft.com/office/drawing/2014/main" id="{08BCD47B-B8F8-B1FE-E9A4-925CB5D99ECB}"/>
                </a:ext>
              </a:extLst>
            </p:cNvPr>
            <p:cNvSpPr/>
            <p:nvPr/>
          </p:nvSpPr>
          <p:spPr>
            <a:xfrm>
              <a:off x="1207232" y="609242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80" name="Text 32">
              <a:extLst>
                <a:ext uri="{FF2B5EF4-FFF2-40B4-BE49-F238E27FC236}">
                  <a16:creationId xmlns:a16="http://schemas.microsoft.com/office/drawing/2014/main" id="{44F2D9EB-098A-1B5B-A32B-69BDCE8AB13C}"/>
                </a:ext>
              </a:extLst>
            </p:cNvPr>
            <p:cNvSpPr/>
            <p:nvPr/>
          </p:nvSpPr>
          <p:spPr>
            <a:xfrm>
              <a:off x="550267" y="597905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1.0</a:t>
              </a:r>
              <a:endParaRPr lang="en-US" sz="500" dirty="0"/>
            </a:p>
          </p:txBody>
        </p:sp>
        <p:sp>
          <p:nvSpPr>
            <p:cNvPr id="181" name="Shape 33">
              <a:extLst>
                <a:ext uri="{FF2B5EF4-FFF2-40B4-BE49-F238E27FC236}">
                  <a16:creationId xmlns:a16="http://schemas.microsoft.com/office/drawing/2014/main" id="{4E1B2B4E-4003-FC97-3882-4869DCFB2B6F}"/>
                </a:ext>
              </a:extLst>
            </p:cNvPr>
            <p:cNvSpPr/>
            <p:nvPr/>
          </p:nvSpPr>
          <p:spPr>
            <a:xfrm>
              <a:off x="1207232" y="5552918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82" name="Text 34">
              <a:extLst>
                <a:ext uri="{FF2B5EF4-FFF2-40B4-BE49-F238E27FC236}">
                  <a16:creationId xmlns:a16="http://schemas.microsoft.com/office/drawing/2014/main" id="{F8E80703-7F1D-7BC5-003B-7B86861284BA}"/>
                </a:ext>
              </a:extLst>
            </p:cNvPr>
            <p:cNvSpPr/>
            <p:nvPr/>
          </p:nvSpPr>
          <p:spPr>
            <a:xfrm>
              <a:off x="550267" y="5439548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1.5</a:t>
              </a:r>
              <a:endParaRPr lang="en-US" sz="500" dirty="0"/>
            </a:p>
          </p:txBody>
        </p:sp>
        <p:sp>
          <p:nvSpPr>
            <p:cNvPr id="183" name="Shape 35">
              <a:extLst>
                <a:ext uri="{FF2B5EF4-FFF2-40B4-BE49-F238E27FC236}">
                  <a16:creationId xmlns:a16="http://schemas.microsoft.com/office/drawing/2014/main" id="{D55072CD-2143-21F1-5E7A-41AC3F3ED7FF}"/>
                </a:ext>
              </a:extLst>
            </p:cNvPr>
            <p:cNvSpPr/>
            <p:nvPr/>
          </p:nvSpPr>
          <p:spPr>
            <a:xfrm>
              <a:off x="1207232" y="5013414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84" name="Text 36">
              <a:extLst>
                <a:ext uri="{FF2B5EF4-FFF2-40B4-BE49-F238E27FC236}">
                  <a16:creationId xmlns:a16="http://schemas.microsoft.com/office/drawing/2014/main" id="{3DCB12CE-75FF-B949-07AB-519308A64693}"/>
                </a:ext>
              </a:extLst>
            </p:cNvPr>
            <p:cNvSpPr/>
            <p:nvPr/>
          </p:nvSpPr>
          <p:spPr>
            <a:xfrm>
              <a:off x="550267" y="4900044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2.0</a:t>
              </a:r>
              <a:endParaRPr lang="en-US" sz="500" dirty="0"/>
            </a:p>
          </p:txBody>
        </p:sp>
        <p:sp>
          <p:nvSpPr>
            <p:cNvPr id="185" name="Shape 37">
              <a:extLst>
                <a:ext uri="{FF2B5EF4-FFF2-40B4-BE49-F238E27FC236}">
                  <a16:creationId xmlns:a16="http://schemas.microsoft.com/office/drawing/2014/main" id="{82AAC265-4BDD-1719-3A3E-B0CA7A3DF63B}"/>
                </a:ext>
              </a:extLst>
            </p:cNvPr>
            <p:cNvSpPr/>
            <p:nvPr/>
          </p:nvSpPr>
          <p:spPr>
            <a:xfrm>
              <a:off x="1207232" y="4473910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86" name="Text 38">
              <a:extLst>
                <a:ext uri="{FF2B5EF4-FFF2-40B4-BE49-F238E27FC236}">
                  <a16:creationId xmlns:a16="http://schemas.microsoft.com/office/drawing/2014/main" id="{ABD7DAAB-60C1-B72A-783A-F00412E850E6}"/>
                </a:ext>
              </a:extLst>
            </p:cNvPr>
            <p:cNvSpPr/>
            <p:nvPr/>
          </p:nvSpPr>
          <p:spPr>
            <a:xfrm>
              <a:off x="550267" y="4360540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2.5</a:t>
              </a:r>
              <a:endParaRPr lang="en-US" sz="500" dirty="0"/>
            </a:p>
          </p:txBody>
        </p:sp>
        <p:sp>
          <p:nvSpPr>
            <p:cNvPr id="187" name="Shape 39">
              <a:extLst>
                <a:ext uri="{FF2B5EF4-FFF2-40B4-BE49-F238E27FC236}">
                  <a16:creationId xmlns:a16="http://schemas.microsoft.com/office/drawing/2014/main" id="{053D0590-2AF9-115E-659A-D430709CB8AC}"/>
                </a:ext>
              </a:extLst>
            </p:cNvPr>
            <p:cNvSpPr/>
            <p:nvPr/>
          </p:nvSpPr>
          <p:spPr>
            <a:xfrm>
              <a:off x="1207232" y="3934405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88" name="Text 40">
              <a:extLst>
                <a:ext uri="{FF2B5EF4-FFF2-40B4-BE49-F238E27FC236}">
                  <a16:creationId xmlns:a16="http://schemas.microsoft.com/office/drawing/2014/main" id="{4C2602CC-0C0A-2D0A-141B-80E11F17ADF6}"/>
                </a:ext>
              </a:extLst>
            </p:cNvPr>
            <p:cNvSpPr/>
            <p:nvPr/>
          </p:nvSpPr>
          <p:spPr>
            <a:xfrm>
              <a:off x="550267" y="3821036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3.0</a:t>
              </a:r>
              <a:endParaRPr lang="en-US" sz="500" dirty="0"/>
            </a:p>
          </p:txBody>
        </p:sp>
        <p:sp>
          <p:nvSpPr>
            <p:cNvPr id="189" name="Shape 41">
              <a:extLst>
                <a:ext uri="{FF2B5EF4-FFF2-40B4-BE49-F238E27FC236}">
                  <a16:creationId xmlns:a16="http://schemas.microsoft.com/office/drawing/2014/main" id="{C2317B01-984D-2FAF-F636-2515EF33C837}"/>
                </a:ext>
              </a:extLst>
            </p:cNvPr>
            <p:cNvSpPr/>
            <p:nvPr/>
          </p:nvSpPr>
          <p:spPr>
            <a:xfrm>
              <a:off x="1207232" y="3394902"/>
              <a:ext cx="58958" cy="0"/>
            </a:xfrm>
            <a:prstGeom prst="line">
              <a:avLst/>
            </a:prstGeom>
            <a:noFill/>
            <a:ln w="127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Text 42">
              <a:extLst>
                <a:ext uri="{FF2B5EF4-FFF2-40B4-BE49-F238E27FC236}">
                  <a16:creationId xmlns:a16="http://schemas.microsoft.com/office/drawing/2014/main" id="{E59E149C-139B-2620-48C1-67A5A7CC6A14}"/>
                </a:ext>
              </a:extLst>
            </p:cNvPr>
            <p:cNvSpPr/>
            <p:nvPr/>
          </p:nvSpPr>
          <p:spPr>
            <a:xfrm>
              <a:off x="550267" y="3281532"/>
              <a:ext cx="631697" cy="226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66666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3.5</a:t>
              </a:r>
              <a:endParaRPr lang="en-US" sz="500" dirty="0"/>
            </a:p>
          </p:txBody>
        </p:sp>
        <p:sp>
          <p:nvSpPr>
            <p:cNvPr id="191" name="Text 43">
              <a:extLst>
                <a:ext uri="{FF2B5EF4-FFF2-40B4-BE49-F238E27FC236}">
                  <a16:creationId xmlns:a16="http://schemas.microsoft.com/office/drawing/2014/main" id="{89C4E1E3-13A4-A169-8B7E-20FDB750D993}"/>
                </a:ext>
              </a:extLst>
            </p:cNvPr>
            <p:cNvSpPr/>
            <p:nvPr/>
          </p:nvSpPr>
          <p:spPr>
            <a:xfrm>
              <a:off x="1266190" y="6371486"/>
              <a:ext cx="4000749" cy="261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Gestational age (weeks)</a:t>
              </a:r>
              <a:endParaRPr lang="en-US" sz="1000" dirty="0"/>
            </a:p>
          </p:txBody>
        </p:sp>
        <p:sp>
          <p:nvSpPr>
            <p:cNvPr id="192" name="Text 44">
              <a:extLst>
                <a:ext uri="{FF2B5EF4-FFF2-40B4-BE49-F238E27FC236}">
                  <a16:creationId xmlns:a16="http://schemas.microsoft.com/office/drawing/2014/main" id="{26F9A5A4-4826-55CB-3C91-499EEC73D3A0}"/>
                </a:ext>
              </a:extLst>
            </p:cNvPr>
            <p:cNvSpPr/>
            <p:nvPr/>
          </p:nvSpPr>
          <p:spPr>
            <a:xfrm rot="16200000">
              <a:off x="63173" y="4349278"/>
              <a:ext cx="1395320" cy="303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Birth weight (kg)</a:t>
              </a:r>
              <a:endParaRPr lang="en-US" sz="1000" dirty="0"/>
            </a:p>
          </p:txBody>
        </p:sp>
        <p:sp>
          <p:nvSpPr>
            <p:cNvPr id="193" name="Shape 45">
              <a:extLst>
                <a:ext uri="{FF2B5EF4-FFF2-40B4-BE49-F238E27FC236}">
                  <a16:creationId xmlns:a16="http://schemas.microsoft.com/office/drawing/2014/main" id="{FCA532AE-DB3F-B0DA-56EB-22D129132A45}"/>
                </a:ext>
              </a:extLst>
            </p:cNvPr>
            <p:cNvSpPr/>
            <p:nvPr/>
          </p:nvSpPr>
          <p:spPr>
            <a:xfrm flipV="1">
              <a:off x="1379144" y="3621114"/>
              <a:ext cx="3824626" cy="2062114"/>
            </a:xfrm>
            <a:prstGeom prst="line">
              <a:avLst/>
            </a:prstGeom>
            <a:noFill/>
            <a:ln w="38100">
              <a:solidFill>
                <a:srgbClr val="2E3640"/>
              </a:solidFill>
              <a:prstDash val="solid"/>
            </a:ln>
          </p:spPr>
          <p:txBody>
            <a:bodyPr/>
            <a:lstStyle/>
            <a:p>
              <a:endParaRPr lang="en-US" sz="1050" dirty="0"/>
            </a:p>
          </p:txBody>
        </p:sp>
        <p:sp>
          <p:nvSpPr>
            <p:cNvPr id="194" name="Shape 46">
              <a:extLst>
                <a:ext uri="{FF2B5EF4-FFF2-40B4-BE49-F238E27FC236}">
                  <a16:creationId xmlns:a16="http://schemas.microsoft.com/office/drawing/2014/main" id="{D075D5C5-2871-AAD4-A4D1-B31D29B7ACE5}"/>
                </a:ext>
              </a:extLst>
            </p:cNvPr>
            <p:cNvSpPr/>
            <p:nvPr/>
          </p:nvSpPr>
          <p:spPr>
            <a:xfrm>
              <a:off x="1573616" y="5934990"/>
              <a:ext cx="185298" cy="191856"/>
            </a:xfrm>
            <a:prstGeom prst="ellipse">
              <a:avLst/>
            </a:prstGeom>
            <a:solidFill>
              <a:srgbClr val="E41A1C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5" name="Text 47">
              <a:extLst>
                <a:ext uri="{FF2B5EF4-FFF2-40B4-BE49-F238E27FC236}">
                  <a16:creationId xmlns:a16="http://schemas.microsoft.com/office/drawing/2014/main" id="{BF0BD0C2-451A-F956-312D-3D1BB4E0F1F9}"/>
                </a:ext>
              </a:extLst>
            </p:cNvPr>
            <p:cNvSpPr/>
            <p:nvPr/>
          </p:nvSpPr>
          <p:spPr>
            <a:xfrm>
              <a:off x="1784182" y="591754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#1</a:t>
              </a:r>
              <a:endParaRPr lang="en-US" sz="700" dirty="0"/>
            </a:p>
          </p:txBody>
        </p:sp>
        <p:sp>
          <p:nvSpPr>
            <p:cNvPr id="196" name="Shape 48">
              <a:extLst>
                <a:ext uri="{FF2B5EF4-FFF2-40B4-BE49-F238E27FC236}">
                  <a16:creationId xmlns:a16="http://schemas.microsoft.com/office/drawing/2014/main" id="{6D181842-1625-2FC3-C55F-0D0614B2AA60}"/>
                </a:ext>
              </a:extLst>
            </p:cNvPr>
            <p:cNvSpPr/>
            <p:nvPr/>
          </p:nvSpPr>
          <p:spPr>
            <a:xfrm>
              <a:off x="1573616" y="5294059"/>
              <a:ext cx="185298" cy="191856"/>
            </a:xfrm>
            <a:prstGeom prst="ellipse">
              <a:avLst/>
            </a:prstGeom>
            <a:solidFill>
              <a:srgbClr val="377EB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7" name="Text 49">
              <a:extLst>
                <a:ext uri="{FF2B5EF4-FFF2-40B4-BE49-F238E27FC236}">
                  <a16:creationId xmlns:a16="http://schemas.microsoft.com/office/drawing/2014/main" id="{EDEDA49A-455B-E486-7A58-B28DDEFCABA7}"/>
                </a:ext>
              </a:extLst>
            </p:cNvPr>
            <p:cNvSpPr/>
            <p:nvPr/>
          </p:nvSpPr>
          <p:spPr>
            <a:xfrm>
              <a:off x="1784182" y="52766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#2</a:t>
              </a:r>
              <a:endParaRPr lang="en-US" sz="700" dirty="0"/>
            </a:p>
          </p:txBody>
        </p:sp>
        <p:sp>
          <p:nvSpPr>
            <p:cNvPr id="198" name="Shape 50">
              <a:extLst>
                <a:ext uri="{FF2B5EF4-FFF2-40B4-BE49-F238E27FC236}">
                  <a16:creationId xmlns:a16="http://schemas.microsoft.com/office/drawing/2014/main" id="{C4D19975-5FBC-206A-CFAD-283562D974D4}"/>
                </a:ext>
              </a:extLst>
            </p:cNvPr>
            <p:cNvSpPr/>
            <p:nvPr/>
          </p:nvSpPr>
          <p:spPr>
            <a:xfrm>
              <a:off x="2373766" y="4726501"/>
              <a:ext cx="185298" cy="191856"/>
            </a:xfrm>
            <a:prstGeom prst="ellipse">
              <a:avLst/>
            </a:prstGeom>
            <a:solidFill>
              <a:srgbClr val="4DAF4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9" name="Text 51">
              <a:extLst>
                <a:ext uri="{FF2B5EF4-FFF2-40B4-BE49-F238E27FC236}">
                  <a16:creationId xmlns:a16="http://schemas.microsoft.com/office/drawing/2014/main" id="{0233BAE2-FB6E-58A1-6C43-E02C8C48FA00}"/>
                </a:ext>
              </a:extLst>
            </p:cNvPr>
            <p:cNvSpPr/>
            <p:nvPr/>
          </p:nvSpPr>
          <p:spPr>
            <a:xfrm>
              <a:off x="2584332" y="4709059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#3</a:t>
              </a:r>
              <a:endParaRPr lang="en-US" sz="700" dirty="0"/>
            </a:p>
          </p:txBody>
        </p:sp>
        <p:sp>
          <p:nvSpPr>
            <p:cNvPr id="200" name="Shape 52">
              <a:extLst>
                <a:ext uri="{FF2B5EF4-FFF2-40B4-BE49-F238E27FC236}">
                  <a16:creationId xmlns:a16="http://schemas.microsoft.com/office/drawing/2014/main" id="{EAD1F5EE-8707-29FD-1D24-5927EF076073}"/>
                </a:ext>
              </a:extLst>
            </p:cNvPr>
            <p:cNvSpPr/>
            <p:nvPr/>
          </p:nvSpPr>
          <p:spPr>
            <a:xfrm>
              <a:off x="3173916" y="3771579"/>
              <a:ext cx="185298" cy="191856"/>
            </a:xfrm>
            <a:prstGeom prst="ellipse">
              <a:avLst/>
            </a:prstGeom>
            <a:solidFill>
              <a:srgbClr val="984EA3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1" name="Text 53">
              <a:extLst>
                <a:ext uri="{FF2B5EF4-FFF2-40B4-BE49-F238E27FC236}">
                  <a16:creationId xmlns:a16="http://schemas.microsoft.com/office/drawing/2014/main" id="{6EC4627E-9E65-1C5A-79BD-9BE24319BD62}"/>
                </a:ext>
              </a:extLst>
            </p:cNvPr>
            <p:cNvSpPr/>
            <p:nvPr/>
          </p:nvSpPr>
          <p:spPr>
            <a:xfrm>
              <a:off x="3384482" y="375413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#4</a:t>
              </a:r>
              <a:endParaRPr lang="en-US" sz="700" dirty="0"/>
            </a:p>
          </p:txBody>
        </p:sp>
        <p:sp>
          <p:nvSpPr>
            <p:cNvPr id="202" name="Shape 54">
              <a:extLst>
                <a:ext uri="{FF2B5EF4-FFF2-40B4-BE49-F238E27FC236}">
                  <a16:creationId xmlns:a16="http://schemas.microsoft.com/office/drawing/2014/main" id="{7218EBD1-D724-3649-085B-D00BB681196F}"/>
                </a:ext>
              </a:extLst>
            </p:cNvPr>
            <p:cNvSpPr/>
            <p:nvPr/>
          </p:nvSpPr>
          <p:spPr>
            <a:xfrm>
              <a:off x="3974066" y="4344532"/>
              <a:ext cx="185298" cy="191856"/>
            </a:xfrm>
            <a:prstGeom prst="ellipse">
              <a:avLst/>
            </a:prstGeom>
            <a:solidFill>
              <a:srgbClr val="FF7F00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3" name="Text 55">
              <a:extLst>
                <a:ext uri="{FF2B5EF4-FFF2-40B4-BE49-F238E27FC236}">
                  <a16:creationId xmlns:a16="http://schemas.microsoft.com/office/drawing/2014/main" id="{43DB5582-CF47-6A9B-B4A7-FB1E9E840BE1}"/>
                </a:ext>
              </a:extLst>
            </p:cNvPr>
            <p:cNvSpPr/>
            <p:nvPr/>
          </p:nvSpPr>
          <p:spPr>
            <a:xfrm>
              <a:off x="4184631" y="4327091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#5</a:t>
              </a:r>
              <a:endParaRPr lang="en-US" sz="700" dirty="0"/>
            </a:p>
          </p:txBody>
        </p:sp>
        <p:sp>
          <p:nvSpPr>
            <p:cNvPr id="204" name="Shape 56">
              <a:extLst>
                <a:ext uri="{FF2B5EF4-FFF2-40B4-BE49-F238E27FC236}">
                  <a16:creationId xmlns:a16="http://schemas.microsoft.com/office/drawing/2014/main" id="{F1A30BE1-AB1E-7FC8-AC93-8334F900FD93}"/>
                </a:ext>
              </a:extLst>
            </p:cNvPr>
            <p:cNvSpPr/>
            <p:nvPr/>
          </p:nvSpPr>
          <p:spPr>
            <a:xfrm>
              <a:off x="4774216" y="4226921"/>
              <a:ext cx="185298" cy="191856"/>
            </a:xfrm>
            <a:prstGeom prst="ellipse">
              <a:avLst/>
            </a:prstGeom>
            <a:solidFill>
              <a:srgbClr val="F781BF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5" name="Text 57">
              <a:extLst>
                <a:ext uri="{FF2B5EF4-FFF2-40B4-BE49-F238E27FC236}">
                  <a16:creationId xmlns:a16="http://schemas.microsoft.com/office/drawing/2014/main" id="{07304465-A18D-8213-A778-0257A5BF7B79}"/>
                </a:ext>
              </a:extLst>
            </p:cNvPr>
            <p:cNvSpPr/>
            <p:nvPr/>
          </p:nvSpPr>
          <p:spPr>
            <a:xfrm>
              <a:off x="4984781" y="4346083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#6</a:t>
              </a:r>
              <a:endParaRPr lang="en-US" sz="700" dirty="0"/>
            </a:p>
          </p:txBody>
        </p:sp>
        <p:sp>
          <p:nvSpPr>
            <p:cNvPr id="206" name="Shape 58">
              <a:extLst>
                <a:ext uri="{FF2B5EF4-FFF2-40B4-BE49-F238E27FC236}">
                  <a16:creationId xmlns:a16="http://schemas.microsoft.com/office/drawing/2014/main" id="{5ECE66F1-07A5-A3C5-A346-64029160FEA1}"/>
                </a:ext>
              </a:extLst>
            </p:cNvPr>
            <p:cNvSpPr/>
            <p:nvPr/>
          </p:nvSpPr>
          <p:spPr>
            <a:xfrm>
              <a:off x="4725725" y="4190861"/>
              <a:ext cx="185298" cy="191856"/>
            </a:xfrm>
            <a:prstGeom prst="ellipse">
              <a:avLst/>
            </a:prstGeom>
            <a:solidFill>
              <a:srgbClr val="A6562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7" name="Text 59">
              <a:extLst>
                <a:ext uri="{FF2B5EF4-FFF2-40B4-BE49-F238E27FC236}">
                  <a16:creationId xmlns:a16="http://schemas.microsoft.com/office/drawing/2014/main" id="{94F223D1-6F77-7D4F-88F0-9E75B7E6CBAE}"/>
                </a:ext>
              </a:extLst>
            </p:cNvPr>
            <p:cNvSpPr/>
            <p:nvPr/>
          </p:nvSpPr>
          <p:spPr>
            <a:xfrm>
              <a:off x="4984781" y="4177418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#7</a:t>
              </a:r>
              <a:endParaRPr lang="en-US" sz="700" dirty="0"/>
            </a:p>
          </p:txBody>
        </p:sp>
        <p:sp>
          <p:nvSpPr>
            <p:cNvPr id="208" name="Shape 60">
              <a:extLst>
                <a:ext uri="{FF2B5EF4-FFF2-40B4-BE49-F238E27FC236}">
                  <a16:creationId xmlns:a16="http://schemas.microsoft.com/office/drawing/2014/main" id="{29993B24-71C7-6942-E3C8-606DB1CC7491}"/>
                </a:ext>
              </a:extLst>
            </p:cNvPr>
            <p:cNvSpPr/>
            <p:nvPr/>
          </p:nvSpPr>
          <p:spPr>
            <a:xfrm>
              <a:off x="4774216" y="2945059"/>
              <a:ext cx="185298" cy="191856"/>
            </a:xfrm>
            <a:prstGeom prst="ellipse">
              <a:avLst/>
            </a:prstGeom>
            <a:solidFill>
              <a:srgbClr val="111111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9" name="Text 61">
              <a:extLst>
                <a:ext uri="{FF2B5EF4-FFF2-40B4-BE49-F238E27FC236}">
                  <a16:creationId xmlns:a16="http://schemas.microsoft.com/office/drawing/2014/main" id="{DB205E24-ABC4-E5BF-002D-2B93E7F26E91}"/>
                </a:ext>
              </a:extLst>
            </p:cNvPr>
            <p:cNvSpPr/>
            <p:nvPr/>
          </p:nvSpPr>
          <p:spPr>
            <a:xfrm>
              <a:off x="4984781" y="2884014"/>
              <a:ext cx="505358" cy="209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2E364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#8</a:t>
              </a:r>
              <a:endParaRPr lang="en-US" sz="700" dirty="0"/>
            </a:p>
          </p:txBody>
        </p:sp>
        <p:sp>
          <p:nvSpPr>
            <p:cNvPr id="210" name="Shape 48">
              <a:extLst>
                <a:ext uri="{FF2B5EF4-FFF2-40B4-BE49-F238E27FC236}">
                  <a16:creationId xmlns:a16="http://schemas.microsoft.com/office/drawing/2014/main" id="{ECA97FDB-849A-84CB-34CA-16B88E5FDD43}"/>
                </a:ext>
              </a:extLst>
            </p:cNvPr>
            <p:cNvSpPr/>
            <p:nvPr/>
          </p:nvSpPr>
          <p:spPr>
            <a:xfrm flipH="1">
              <a:off x="1647686" y="5538697"/>
              <a:ext cx="6685" cy="457432"/>
            </a:xfrm>
            <a:prstGeom prst="line">
              <a:avLst/>
            </a:prstGeom>
            <a:noFill/>
            <a:ln w="38100">
              <a:solidFill>
                <a:srgbClr val="E41A1C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Shape 48">
              <a:extLst>
                <a:ext uri="{FF2B5EF4-FFF2-40B4-BE49-F238E27FC236}">
                  <a16:creationId xmlns:a16="http://schemas.microsoft.com/office/drawing/2014/main" id="{FECC25FA-DA11-6559-864A-8A328278D063}"/>
                </a:ext>
              </a:extLst>
            </p:cNvPr>
            <p:cNvSpPr/>
            <p:nvPr/>
          </p:nvSpPr>
          <p:spPr>
            <a:xfrm flipH="1">
              <a:off x="1658581" y="5407443"/>
              <a:ext cx="1732" cy="118854"/>
            </a:xfrm>
            <a:prstGeom prst="line">
              <a:avLst/>
            </a:prstGeom>
            <a:noFill/>
            <a:ln w="38100">
              <a:solidFill>
                <a:srgbClr val="367AB2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2" name="Shape 48">
              <a:extLst>
                <a:ext uri="{FF2B5EF4-FFF2-40B4-BE49-F238E27FC236}">
                  <a16:creationId xmlns:a16="http://schemas.microsoft.com/office/drawing/2014/main" id="{32F6CE89-E234-B9DB-3296-653165FCA9E4}"/>
                </a:ext>
              </a:extLst>
            </p:cNvPr>
            <p:cNvSpPr/>
            <p:nvPr/>
          </p:nvSpPr>
          <p:spPr>
            <a:xfrm flipH="1">
              <a:off x="2466412" y="4846600"/>
              <a:ext cx="2" cy="263613"/>
            </a:xfrm>
            <a:prstGeom prst="line">
              <a:avLst/>
            </a:prstGeom>
            <a:noFill/>
            <a:ln w="38100">
              <a:solidFill>
                <a:srgbClr val="4DAF4A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3" name="Shape 48">
              <a:extLst>
                <a:ext uri="{FF2B5EF4-FFF2-40B4-BE49-F238E27FC236}">
                  <a16:creationId xmlns:a16="http://schemas.microsoft.com/office/drawing/2014/main" id="{AFCAE654-C951-D05F-6AD9-A112649F6AEC}"/>
                </a:ext>
              </a:extLst>
            </p:cNvPr>
            <p:cNvSpPr/>
            <p:nvPr/>
          </p:nvSpPr>
          <p:spPr>
            <a:xfrm>
              <a:off x="3266565" y="3922745"/>
              <a:ext cx="0" cy="786314"/>
            </a:xfrm>
            <a:prstGeom prst="line">
              <a:avLst/>
            </a:prstGeom>
            <a:noFill/>
            <a:ln w="38100">
              <a:solidFill>
                <a:srgbClr val="894693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4" name="Shape 48">
              <a:extLst>
                <a:ext uri="{FF2B5EF4-FFF2-40B4-BE49-F238E27FC236}">
                  <a16:creationId xmlns:a16="http://schemas.microsoft.com/office/drawing/2014/main" id="{56BF2CAD-7FD5-C268-5DAB-5AB0A19C5E36}"/>
                </a:ext>
              </a:extLst>
            </p:cNvPr>
            <p:cNvSpPr/>
            <p:nvPr/>
          </p:nvSpPr>
          <p:spPr>
            <a:xfrm flipH="1">
              <a:off x="4074399" y="4247696"/>
              <a:ext cx="13210" cy="154203"/>
            </a:xfrm>
            <a:prstGeom prst="line">
              <a:avLst/>
            </a:prstGeom>
            <a:noFill/>
            <a:ln w="38100">
              <a:solidFill>
                <a:srgbClr val="FF7F00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5" name="Shape 48">
              <a:extLst>
                <a:ext uri="{FF2B5EF4-FFF2-40B4-BE49-F238E27FC236}">
                  <a16:creationId xmlns:a16="http://schemas.microsoft.com/office/drawing/2014/main" id="{D721FF50-BEE5-5100-A851-42ECC87BEC0D}"/>
                </a:ext>
              </a:extLst>
            </p:cNvPr>
            <p:cNvSpPr/>
            <p:nvPr/>
          </p:nvSpPr>
          <p:spPr>
            <a:xfrm flipH="1">
              <a:off x="4862492" y="3120131"/>
              <a:ext cx="4370" cy="717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6" name="Shape 48">
              <a:extLst>
                <a:ext uri="{FF2B5EF4-FFF2-40B4-BE49-F238E27FC236}">
                  <a16:creationId xmlns:a16="http://schemas.microsoft.com/office/drawing/2014/main" id="{D8FCEA13-64C7-F95E-FF00-4EDFC84C9F6E}"/>
                </a:ext>
              </a:extLst>
            </p:cNvPr>
            <p:cNvSpPr/>
            <p:nvPr/>
          </p:nvSpPr>
          <p:spPr>
            <a:xfrm>
              <a:off x="4803695" y="3837608"/>
              <a:ext cx="1083" cy="424922"/>
            </a:xfrm>
            <a:prstGeom prst="line">
              <a:avLst/>
            </a:prstGeom>
            <a:noFill/>
            <a:ln w="38100">
              <a:solidFill>
                <a:srgbClr val="A75628"/>
              </a:solidFill>
              <a:prstDash val="solid"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7" name="SlopeArrow">
              <a:extLst>
                <a:ext uri="{FF2B5EF4-FFF2-40B4-BE49-F238E27FC236}">
                  <a16:creationId xmlns:a16="http://schemas.microsoft.com/office/drawing/2014/main" id="{7C5B866B-C8CB-FC01-854F-EE4EFD9B8985}"/>
                </a:ext>
              </a:extLst>
            </p:cNvPr>
            <p:cNvSpPr/>
            <p:nvPr/>
          </p:nvSpPr>
          <p:spPr>
            <a:xfrm>
              <a:off x="1647687" y="4938899"/>
              <a:ext cx="3749588" cy="69958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sz="1000" b="1" dirty="0">
                  <a:latin typeface="Open Sans"/>
                </a:rPr>
                <a:t>ŷ = −10.78 + 0.386x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27" grpId="0" animBg="1"/>
      <p:bldP spid="130" grpId="0" animBg="1"/>
      <p:bldP spid="134" grpId="0" animBg="1"/>
      <p:bldP spid="136" grpId="0" animBg="1"/>
      <p:bldP spid="1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way to interpret RSE: compare to the mean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2.45 kg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birth weight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our 8-baby sample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0.549 kg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Standard Error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 miss of the line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366760" y="164592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95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22.4%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RSE as a share of mean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relative size of that miss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11155680" cy="132588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D3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interpretation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"On average, the line misses each baby's weight by about </a:t>
            </a:r>
            <a:r>
              <a:rPr lang="en-US" sz="2400" b="1" dirty="0">
                <a:solidFill>
                  <a:srgbClr val="F8D3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0.55 kg</a:t>
            </a: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; roughly a fifth of the average birth weight."</a:t>
            </a:r>
            <a:endParaRPr lang="en-US" sz="2400" dirty="0"/>
          </a:p>
        </p:txBody>
      </p:sp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443EFA-C2EA-9F31-3729-E10253C1D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36" r="15438" b="13981"/>
          <a:stretch>
            <a:fillRect/>
          </a:stretch>
        </p:blipFill>
        <p:spPr>
          <a:xfrm>
            <a:off x="731520" y="891083"/>
            <a:ext cx="10411760" cy="480517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 |  Residual Standard Error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577840" cy="77724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reports  Residual standard error: 0.549 on 6 degrees of freedom.  What does the 6 refer to?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A)  The number of predictors in the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B)  n − 2, i.e. the count of "free" residuals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C)  The number of data points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493008"/>
            <a:ext cx="557784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Answer: 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simple linear regression df = n − 2 = 8 − 2 = 6. We "spent" two residuals pinning down the intercept and the slope, so only 6 of the 8 residuals are free to vary.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5577840" cy="777240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309360" y="1188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a study of tree height (m) vs. age (yr), R reports RSE = 1.8 m. Which is the best interpretation?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59" y="1964294"/>
            <a:ext cx="58823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A)  The line typically misses an observation by about 1.8 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297593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B)  The slope is uncertain by 1.8 m per 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3493008"/>
            <a:ext cx="557784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566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Answer: 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is a typical miss, and it is not the same as the SE of the slope, which quantifies a different kind of uncertainty.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9700"/>
          </a:xfrm>
          <a:prstGeom prst="rect">
            <a:avLst/>
          </a:prstGeom>
          <a:solidFill>
            <a:srgbClr val="F8D3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06400" y="279400"/>
            <a:ext cx="113411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 |  Residual Standard Error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8000" y="1143000"/>
            <a:ext cx="5575300" cy="7747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800" y="1193800"/>
            <a:ext cx="520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models are fit to the same data. Model A: RSE = 4.1; Model B: RSE = 2.7. Which fits better?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06600"/>
            <a:ext cx="5207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A)  Model A. larger RSE means wider coverage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62200"/>
            <a:ext cx="5207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B)  Model B. smaller RSE means less prediction error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700" y="2927350"/>
            <a:ext cx="5575300" cy="1422400"/>
          </a:xfrm>
          <a:prstGeom prst="rect">
            <a:avLst/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850" y="3035300"/>
            <a:ext cx="5207000" cy="128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en-US" sz="16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Answer: B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36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measures the typical size of a residual. Smaller RSE = predictions closer to observed values = better fit.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175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A278-2EDB-2A3C-D528-E3A6E88F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D4EE2F-DC42-FF80-D25F-CABCCF897A82}"/>
              </a:ext>
            </a:extLst>
          </p:cNvPr>
          <p:cNvSpPr/>
          <p:nvPr/>
        </p:nvSpPr>
        <p:spPr>
          <a:xfrm>
            <a:off x="0" y="0"/>
            <a:ext cx="12191695" cy="136246"/>
          </a:xfrm>
          <a:prstGeom prst="rect">
            <a:avLst/>
          </a:prstGeom>
          <a:solidFill>
            <a:srgbClr val="F8D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205431-3481-90C1-47F2-E08360825C6B}"/>
              </a:ext>
            </a:extLst>
          </p:cNvPr>
          <p:cNvSpPr/>
          <p:nvPr/>
        </p:nvSpPr>
        <p:spPr>
          <a:xfrm>
            <a:off x="0" y="6721754"/>
            <a:ext cx="12191695" cy="136246"/>
          </a:xfrm>
          <a:prstGeom prst="rect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FA3529-9579-2E1C-5ED2-035A8C6C96F6}"/>
              </a:ext>
            </a:extLst>
          </p:cNvPr>
          <p:cNvSpPr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  |  Residuals &amp; Residual Standard Error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517071-9197-F823-F56B-98F872E161BD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06E9A7-E889-0630-3998-E23265439CFD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CEE1F8-D980-6095-AEB7-CD9ECFBF2897}"/>
              </a:ext>
            </a:extLst>
          </p:cNvPr>
          <p:cNvSpPr/>
          <p:nvPr/>
        </p:nvSpPr>
        <p:spPr>
          <a:xfrm>
            <a:off x="105156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residual </a:t>
            </a:r>
            <a:r>
              <a:rPr lang="en-US" sz="2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1FDC4A-74A2-6E9D-BAFA-85746D37FDCA}"/>
              </a:ext>
            </a:extLst>
          </p:cNvPr>
          <p:cNvSpPr/>
          <p:nvPr/>
        </p:nvSpPr>
        <p:spPr>
          <a:xfrm>
            <a:off x="1051560" y="1600200"/>
            <a:ext cx="6029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residual is the vertical distance from an observed point to the fitted line:  y − ŷ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34209D6-5592-5DC0-5414-01F18EBE7D08}"/>
              </a:ext>
            </a:extLst>
          </p:cNvPr>
          <p:cNvSpPr/>
          <p:nvPr/>
        </p:nvSpPr>
        <p:spPr>
          <a:xfrm>
            <a:off x="548640" y="3152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6DAC2F3-0978-206E-D38A-B41FAD7C362B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E31898-E274-A699-3008-455152F0852D}"/>
              </a:ext>
            </a:extLst>
          </p:cNvPr>
          <p:cNvSpPr/>
          <p:nvPr/>
        </p:nvSpPr>
        <p:spPr>
          <a:xfrm>
            <a:off x="506437" y="21558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05BD81-9858-4C95-B555-84B33FAE3A97}"/>
              </a:ext>
            </a:extLst>
          </p:cNvPr>
          <p:cNvSpPr/>
          <p:nvPr/>
        </p:nvSpPr>
        <p:spPr>
          <a:xfrm>
            <a:off x="1009356" y="2110155"/>
            <a:ext cx="62237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5-number residual summary in summary(model)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9420638-11C3-BD0A-A237-8BF7BC241B03}"/>
              </a:ext>
            </a:extLst>
          </p:cNvPr>
          <p:cNvSpPr/>
          <p:nvPr/>
        </p:nvSpPr>
        <p:spPr>
          <a:xfrm>
            <a:off x="1009357" y="252163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Min, 1Q, Median, 3Q, Max of the residuals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34C1624-24D7-D479-30C0-45A1B7AD6F4B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ellipse">
            <a:avLst/>
          </a:prstGeom>
          <a:solidFill>
            <a:srgbClr val="2E6B7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E1431F-7239-FF06-FDD2-9E6F1D2F3560}"/>
              </a:ext>
            </a:extLst>
          </p:cNvPr>
          <p:cNvSpPr/>
          <p:nvPr/>
        </p:nvSpPr>
        <p:spPr>
          <a:xfrm>
            <a:off x="506436" y="305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3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185138-7239-DF30-D592-AAA8D12ACCB8}"/>
              </a:ext>
            </a:extLst>
          </p:cNvPr>
          <p:cNvSpPr/>
          <p:nvPr/>
        </p:nvSpPr>
        <p:spPr>
          <a:xfrm>
            <a:off x="1009355" y="3008614"/>
            <a:ext cx="591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understand the residual standard error (RSE) </a:t>
            </a:r>
            <a:r>
              <a:rPr lang="en-US" sz="2800" b="1" dirty="0">
                <a:solidFill>
                  <a:srgbClr val="2E3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8232709-53C9-0DEC-7D71-955FCD7BF9BA}"/>
              </a:ext>
            </a:extLst>
          </p:cNvPr>
          <p:cNvSpPr/>
          <p:nvPr/>
        </p:nvSpPr>
        <p:spPr>
          <a:xfrm>
            <a:off x="1009356" y="3420094"/>
            <a:ext cx="696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Square residuals, average over (n − 2), take the square root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073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21ED19-E3AB-6645-9688-3847BCC858F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3fbb624-48c0-437b-9fbf-873fd342acd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2096</Words>
  <Application>Microsoft Macintosh PowerPoint</Application>
  <PresentationFormat>Widescreen</PresentationFormat>
  <Paragraphs>680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Residuals &amp; Residual Standard Error</dc:title>
  <dc:subject>PptxGenJS Presentation</dc:subject>
  <dc:creator>GRAPH Courses Team</dc:creator>
  <cp:lastModifiedBy>Kenechukwu Nwosu</cp:lastModifiedBy>
  <cp:revision>159</cp:revision>
  <dcterms:created xsi:type="dcterms:W3CDTF">2026-04-17T16:03:06Z</dcterms:created>
  <dcterms:modified xsi:type="dcterms:W3CDTF">2026-05-13T11:04:30Z</dcterms:modified>
</cp:coreProperties>
</file>